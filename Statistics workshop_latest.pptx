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Ex1.xml" ContentType="application/vnd.ms-office.chartex+xml"/>
  <Override PartName="/ppt/charts/style3.xml" ContentType="application/vnd.ms-office.chartstyle+xml"/>
  <Override PartName="/ppt/charts/colors3.xml" ContentType="application/vnd.ms-office.chartcolorstyle+xml"/>
  <Override PartName="/ppt/charts/chartEx2.xml" ContentType="application/vnd.ms-office.chartex+xml"/>
  <Override PartName="/ppt/charts/style4.xml" ContentType="application/vnd.ms-office.chartstyle+xml"/>
  <Override PartName="/ppt/charts/colors4.xml" ContentType="application/vnd.ms-office.chartcolorstyle+xml"/>
  <Override PartName="/ppt/charts/chart3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4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drawings/drawing1.xml" ContentType="application/vnd.openxmlformats-officedocument.drawingml.chartshapes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5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Ex3.xml" ContentType="application/vnd.ms-office.chartex+xml"/>
  <Override PartName="/ppt/charts/style8.xml" ContentType="application/vnd.ms-office.chartstyle+xml"/>
  <Override PartName="/ppt/charts/colors8.xml" ContentType="application/vnd.ms-office.chartcolorstyle+xml"/>
  <Override PartName="/ppt/charts/chartEx4.xml" ContentType="application/vnd.ms-office.chartex+xml"/>
  <Override PartName="/ppt/charts/style9.xml" ContentType="application/vnd.ms-office.chartstyle+xml"/>
  <Override PartName="/ppt/charts/colors9.xml" ContentType="application/vnd.ms-office.chartcolorstyle+xml"/>
  <Override PartName="/ppt/charts/chart6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4"/>
  </p:notesMasterIdLst>
  <p:sldIdLst>
    <p:sldId id="256" r:id="rId2"/>
    <p:sldId id="293" r:id="rId3"/>
    <p:sldId id="266" r:id="rId4"/>
    <p:sldId id="294" r:id="rId5"/>
    <p:sldId id="295" r:id="rId6"/>
    <p:sldId id="296" r:id="rId7"/>
    <p:sldId id="299" r:id="rId8"/>
    <p:sldId id="313" r:id="rId9"/>
    <p:sldId id="300" r:id="rId10"/>
    <p:sldId id="275" r:id="rId11"/>
    <p:sldId id="301" r:id="rId12"/>
    <p:sldId id="303" r:id="rId13"/>
    <p:sldId id="278" r:id="rId14"/>
    <p:sldId id="314" r:id="rId15"/>
    <p:sldId id="305" r:id="rId16"/>
    <p:sldId id="268" r:id="rId17"/>
    <p:sldId id="306" r:id="rId18"/>
    <p:sldId id="263" r:id="rId19"/>
    <p:sldId id="307" r:id="rId20"/>
    <p:sldId id="264" r:id="rId21"/>
    <p:sldId id="283" r:id="rId22"/>
    <p:sldId id="308" r:id="rId23"/>
    <p:sldId id="309" r:id="rId24"/>
    <p:sldId id="333" r:id="rId25"/>
    <p:sldId id="284" r:id="rId26"/>
    <p:sldId id="310" r:id="rId27"/>
    <p:sldId id="311" r:id="rId28"/>
    <p:sldId id="288" r:id="rId29"/>
    <p:sldId id="324" r:id="rId30"/>
    <p:sldId id="315" r:id="rId31"/>
    <p:sldId id="265" r:id="rId32"/>
    <p:sldId id="316" r:id="rId33"/>
    <p:sldId id="286" r:id="rId34"/>
    <p:sldId id="328" r:id="rId35"/>
    <p:sldId id="329" r:id="rId36"/>
    <p:sldId id="320" r:id="rId37"/>
    <p:sldId id="321" r:id="rId38"/>
    <p:sldId id="290" r:id="rId39"/>
    <p:sldId id="326" r:id="rId40"/>
    <p:sldId id="322" r:id="rId41"/>
    <p:sldId id="323" r:id="rId42"/>
    <p:sldId id="325" r:id="rId43"/>
    <p:sldId id="287" r:id="rId44"/>
    <p:sldId id="318" r:id="rId45"/>
    <p:sldId id="317" r:id="rId46"/>
    <p:sldId id="327" r:id="rId47"/>
    <p:sldId id="335" r:id="rId48"/>
    <p:sldId id="291" r:id="rId49"/>
    <p:sldId id="330" r:id="rId50"/>
    <p:sldId id="331" r:id="rId51"/>
    <p:sldId id="336" r:id="rId52"/>
    <p:sldId id="334" r:id="rId5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002" autoAdjust="0"/>
    <p:restoredTop sz="93792" autoAdjust="0"/>
  </p:normalViewPr>
  <p:slideViewPr>
    <p:cSldViewPr snapToGrid="0">
      <p:cViewPr varScale="1">
        <p:scale>
          <a:sx n="59" d="100"/>
          <a:sy n="59" d="100"/>
        </p:scale>
        <p:origin x="932" y="6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cs1sch\Downloads\emotion%20with%20language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cs1sch\Downloads\emotion%20with%20language.xlsx" TargetMode="External"/><Relationship Id="rId2" Type="http://schemas.microsoft.com/office/2011/relationships/chartColorStyle" Target="colors6.xml"/><Relationship Id="rId1" Type="http://schemas.microsoft.com/office/2011/relationships/chartStyle" Target="style6.xml"/><Relationship Id="rId4" Type="http://schemas.openxmlformats.org/officeDocument/2006/relationships/chartUserShapes" Target="../drawings/drawing1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cs1sch\Downloads\emotion%20with%20language.xlsm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cs1sch\Downloads\emotion%20with%20language.xlsx" TargetMode="External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3.xml"/><Relationship Id="rId2" Type="http://schemas.microsoft.com/office/2011/relationships/chartStyle" Target="style3.xml"/><Relationship Id="rId1" Type="http://schemas.openxmlformats.org/officeDocument/2006/relationships/oleObject" Target="file:///C:\Users\cs1sch\Downloads\emotion%20with%20language.xlsx" TargetMode="External"/></Relationships>
</file>

<file path=ppt/charts/_rels/chartEx2.xml.rels><?xml version="1.0" encoding="UTF-8" standalone="yes"?>
<Relationships xmlns="http://schemas.openxmlformats.org/package/2006/relationships"><Relationship Id="rId3" Type="http://schemas.microsoft.com/office/2011/relationships/chartColorStyle" Target="colors4.xml"/><Relationship Id="rId2" Type="http://schemas.microsoft.com/office/2011/relationships/chartStyle" Target="style4.xml"/><Relationship Id="rId1" Type="http://schemas.openxmlformats.org/officeDocument/2006/relationships/oleObject" Target="file:///C:\Users\cs1sch\Downloads\emotion%20with%20language.xlsx" TargetMode="External"/></Relationships>
</file>

<file path=ppt/charts/_rels/chartEx3.xml.rels><?xml version="1.0" encoding="UTF-8" standalone="yes"?>
<Relationships xmlns="http://schemas.openxmlformats.org/package/2006/relationships"><Relationship Id="rId3" Type="http://schemas.microsoft.com/office/2011/relationships/chartColorStyle" Target="colors8.xml"/><Relationship Id="rId2" Type="http://schemas.microsoft.com/office/2011/relationships/chartStyle" Target="style8.xml"/><Relationship Id="rId1" Type="http://schemas.openxmlformats.org/officeDocument/2006/relationships/oleObject" Target="file:///C:\Users\cs1sch\Downloads\emotion%20with%20language.xlsx" TargetMode="External"/></Relationships>
</file>

<file path=ppt/charts/_rels/chartEx4.xml.rels><?xml version="1.0" encoding="UTF-8" standalone="yes"?>
<Relationships xmlns="http://schemas.openxmlformats.org/package/2006/relationships"><Relationship Id="rId3" Type="http://schemas.microsoft.com/office/2011/relationships/chartColorStyle" Target="colors9.xml"/><Relationship Id="rId2" Type="http://schemas.microsoft.com/office/2011/relationships/chartStyle" Target="style9.xml"/><Relationship Id="rId1" Type="http://schemas.openxmlformats.org/officeDocument/2006/relationships/oleObject" Target="file:///C:\Users\cs1sch\Downloads\emotion%20with%20language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8.6215065813402533E-2"/>
          <c:y val="5.451926324942858E-2"/>
          <c:w val="0.90130053967973101"/>
          <c:h val="0.8834709774804856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Frequency/Count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No religion</c:v>
                </c:pt>
                <c:pt idx="1">
                  <c:v>Christian</c:v>
                </c:pt>
                <c:pt idx="2">
                  <c:v>Buddhist</c:v>
                </c:pt>
                <c:pt idx="3">
                  <c:v>Hindu</c:v>
                </c:pt>
                <c:pt idx="4">
                  <c:v>Jewish</c:v>
                </c:pt>
                <c:pt idx="5">
                  <c:v>Muslim</c:v>
                </c:pt>
                <c:pt idx="6">
                  <c:v>Sikh</c:v>
                </c:pt>
                <c:pt idx="7">
                  <c:v>Others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250</c:v>
                </c:pt>
                <c:pt idx="1">
                  <c:v>141</c:v>
                </c:pt>
                <c:pt idx="2">
                  <c:v>19</c:v>
                </c:pt>
                <c:pt idx="3">
                  <c:v>26</c:v>
                </c:pt>
                <c:pt idx="4">
                  <c:v>11</c:v>
                </c:pt>
                <c:pt idx="5">
                  <c:v>49</c:v>
                </c:pt>
                <c:pt idx="6">
                  <c:v>3</c:v>
                </c:pt>
                <c:pt idx="7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8EF-4BEE-9984-4A09BDCD985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88101951"/>
        <c:axId val="488095231"/>
      </c:barChart>
      <c:catAx>
        <c:axId val="4881019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88095231"/>
        <c:crosses val="autoZero"/>
        <c:auto val="1"/>
        <c:lblAlgn val="ctr"/>
        <c:lblOffset val="100"/>
        <c:noMultiLvlLbl val="0"/>
      </c:catAx>
      <c:valAx>
        <c:axId val="48809523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8810195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Frequency/Count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C701-4DF0-9529-9AAFBC2BCF81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C701-4DF0-9529-9AAFBC2BCF81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C701-4DF0-9529-9AAFBC2BCF81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C701-4DF0-9529-9AAFBC2BCF81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C701-4DF0-9529-9AAFBC2BCF81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C701-4DF0-9529-9AAFBC2BCF81}"/>
              </c:ext>
            </c:extLst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C701-4DF0-9529-9AAFBC2BCF81}"/>
              </c:ext>
            </c:extLst>
          </c:dPt>
          <c:dPt>
            <c:idx val="7"/>
            <c:bubble3D val="0"/>
            <c:spPr>
              <a:solidFill>
                <a:schemeClr val="accent2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C701-4DF0-9529-9AAFBC2BCF81}"/>
              </c:ext>
            </c:extLst>
          </c:dPt>
          <c:cat>
            <c:strRef>
              <c:f>Sheet1!$A$2:$A$9</c:f>
              <c:strCache>
                <c:ptCount val="8"/>
                <c:pt idx="0">
                  <c:v>No religion</c:v>
                </c:pt>
                <c:pt idx="1">
                  <c:v>Christian</c:v>
                </c:pt>
                <c:pt idx="2">
                  <c:v>Buddhist</c:v>
                </c:pt>
                <c:pt idx="3">
                  <c:v>Hindu</c:v>
                </c:pt>
                <c:pt idx="4">
                  <c:v>Jewish</c:v>
                </c:pt>
                <c:pt idx="5">
                  <c:v>Muslim</c:v>
                </c:pt>
                <c:pt idx="6">
                  <c:v>Sikh</c:v>
                </c:pt>
                <c:pt idx="7">
                  <c:v>Others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250</c:v>
                </c:pt>
                <c:pt idx="1">
                  <c:v>141</c:v>
                </c:pt>
                <c:pt idx="2">
                  <c:v>19</c:v>
                </c:pt>
                <c:pt idx="3">
                  <c:v>26</c:v>
                </c:pt>
                <c:pt idx="4">
                  <c:v>11</c:v>
                </c:pt>
                <c:pt idx="5">
                  <c:v>49</c:v>
                </c:pt>
                <c:pt idx="6">
                  <c:v>3</c:v>
                </c:pt>
                <c:pt idx="7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C701-4DF0-9529-9AAFBC2BCF8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Sheet2!$E$1</c:f>
              <c:strCache>
                <c:ptCount val="1"/>
                <c:pt idx="0">
                  <c:v>Score B</c:v>
                </c:pt>
              </c:strCache>
            </c:strRef>
          </c:tx>
          <c:spPr>
            <a:ln w="1905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Sheet2!$B$2:$B$251</c:f>
              <c:numCache>
                <c:formatCode>General</c:formatCode>
                <c:ptCount val="250"/>
                <c:pt idx="0">
                  <c:v>106.3366033334831</c:v>
                </c:pt>
                <c:pt idx="1">
                  <c:v>107.79501010566391</c:v>
                </c:pt>
                <c:pt idx="2">
                  <c:v>117.76758700770213</c:v>
                </c:pt>
                <c:pt idx="3">
                  <c:v>106.70848514745188</c:v>
                </c:pt>
                <c:pt idx="4">
                  <c:v>93.053581303086773</c:v>
                </c:pt>
                <c:pt idx="5">
                  <c:v>78.065502690483314</c:v>
                </c:pt>
                <c:pt idx="6">
                  <c:v>94.867650081805905</c:v>
                </c:pt>
                <c:pt idx="7">
                  <c:v>107.34931100848715</c:v>
                </c:pt>
                <c:pt idx="8">
                  <c:v>113.49326373157777</c:v>
                </c:pt>
                <c:pt idx="9">
                  <c:v>73.603065246644718</c:v>
                </c:pt>
                <c:pt idx="10">
                  <c:v>131.9497123618807</c:v>
                </c:pt>
                <c:pt idx="11">
                  <c:v>137.45816192401224</c:v>
                </c:pt>
                <c:pt idx="12">
                  <c:v>79.909246860748013</c:v>
                </c:pt>
                <c:pt idx="13">
                  <c:v>119.22497958506801</c:v>
                </c:pt>
                <c:pt idx="14">
                  <c:v>102.8343886893902</c:v>
                </c:pt>
                <c:pt idx="15">
                  <c:v>96.196782658906073</c:v>
                </c:pt>
                <c:pt idx="16">
                  <c:v>107.7166132521408</c:v>
                </c:pt>
                <c:pt idx="17">
                  <c:v>109.48334887729858</c:v>
                </c:pt>
                <c:pt idx="18">
                  <c:v>97.077859314064156</c:v>
                </c:pt>
                <c:pt idx="19">
                  <c:v>115.10601958631875</c:v>
                </c:pt>
                <c:pt idx="20">
                  <c:v>114.03537173242843</c:v>
                </c:pt>
                <c:pt idx="21">
                  <c:v>116.53122270785944</c:v>
                </c:pt>
                <c:pt idx="22">
                  <c:v>67.557096421966492</c:v>
                </c:pt>
                <c:pt idx="23">
                  <c:v>114.32329047254375</c:v>
                </c:pt>
                <c:pt idx="24">
                  <c:v>89.460802170133618</c:v>
                </c:pt>
                <c:pt idx="25">
                  <c:v>106.55397611972813</c:v>
                </c:pt>
                <c:pt idx="26">
                  <c:v>84.880555108819067</c:v>
                </c:pt>
                <c:pt idx="27">
                  <c:v>93.438851862985175</c:v>
                </c:pt>
                <c:pt idx="28">
                  <c:v>139.22296717960495</c:v>
                </c:pt>
                <c:pt idx="29">
                  <c:v>93.781380034612539</c:v>
                </c:pt>
                <c:pt idx="30">
                  <c:v>75.070354187189736</c:v>
                </c:pt>
                <c:pt idx="31">
                  <c:v>125.35580337842099</c:v>
                </c:pt>
                <c:pt idx="32">
                  <c:v>107.04506851707657</c:v>
                </c:pt>
                <c:pt idx="33">
                  <c:v>99.907904253932998</c:v>
                </c:pt>
                <c:pt idx="34">
                  <c:v>96.998511691191624</c:v>
                </c:pt>
                <c:pt idx="35">
                  <c:v>110.34169349364805</c:v>
                </c:pt>
                <c:pt idx="36">
                  <c:v>119.37018511585373</c:v>
                </c:pt>
                <c:pt idx="37">
                  <c:v>91.57821429729924</c:v>
                </c:pt>
                <c:pt idx="38">
                  <c:v>80.666655635771392</c:v>
                </c:pt>
                <c:pt idx="39">
                  <c:v>86.864948629406484</c:v>
                </c:pt>
                <c:pt idx="40">
                  <c:v>108.35153527728835</c:v>
                </c:pt>
                <c:pt idx="41">
                  <c:v>95.66228370128853</c:v>
                </c:pt>
                <c:pt idx="42">
                  <c:v>115.56891497561605</c:v>
                </c:pt>
                <c:pt idx="43">
                  <c:v>89.864195642011651</c:v>
                </c:pt>
                <c:pt idx="44">
                  <c:v>107.81920171313108</c:v>
                </c:pt>
                <c:pt idx="45">
                  <c:v>106.66823715816217</c:v>
                </c:pt>
                <c:pt idx="46">
                  <c:v>64.24518403777104</c:v>
                </c:pt>
                <c:pt idx="47">
                  <c:v>93.735278932938002</c:v>
                </c:pt>
                <c:pt idx="48">
                  <c:v>60.974737942550234</c:v>
                </c:pt>
                <c:pt idx="49">
                  <c:v>102.37718361317521</c:v>
                </c:pt>
                <c:pt idx="50">
                  <c:v>123.8554513365805</c:v>
                </c:pt>
                <c:pt idx="51">
                  <c:v>98.886227091662207</c:v>
                </c:pt>
                <c:pt idx="52">
                  <c:v>88.341706409827836</c:v>
                </c:pt>
                <c:pt idx="53">
                  <c:v>98.065274336436261</c:v>
                </c:pt>
                <c:pt idx="54">
                  <c:v>94.165566205586643</c:v>
                </c:pt>
                <c:pt idx="55">
                  <c:v>136.6670124046085</c:v>
                </c:pt>
                <c:pt idx="56">
                  <c:v>125.80019067241064</c:v>
                </c:pt>
                <c:pt idx="57">
                  <c:v>95.452453986226644</c:v>
                </c:pt>
                <c:pt idx="58">
                  <c:v>151.48447183195464</c:v>
                </c:pt>
                <c:pt idx="59">
                  <c:v>90.829403204572188</c:v>
                </c:pt>
                <c:pt idx="60">
                  <c:v>94.87524998026754</c:v>
                </c:pt>
                <c:pt idx="61">
                  <c:v>96.310294429439423</c:v>
                </c:pt>
                <c:pt idx="62">
                  <c:v>104.51347269921374</c:v>
                </c:pt>
                <c:pt idx="63">
                  <c:v>117.34762637340742</c:v>
                </c:pt>
                <c:pt idx="64">
                  <c:v>101.15838063723029</c:v>
                </c:pt>
                <c:pt idx="65">
                  <c:v>82.137501582844124</c:v>
                </c:pt>
                <c:pt idx="66">
                  <c:v>93.498268930133179</c:v>
                </c:pt>
                <c:pt idx="67">
                  <c:v>105.82111781437503</c:v>
                </c:pt>
                <c:pt idx="68">
                  <c:v>123.13395623527977</c:v>
                </c:pt>
                <c:pt idx="69">
                  <c:v>125.84245794963032</c:v>
                </c:pt>
                <c:pt idx="70">
                  <c:v>95.042814019190772</c:v>
                </c:pt>
                <c:pt idx="71">
                  <c:v>89.115830610229978</c:v>
                </c:pt>
                <c:pt idx="72">
                  <c:v>81.39790013368949</c:v>
                </c:pt>
                <c:pt idx="73">
                  <c:v>73.514213921090274</c:v>
                </c:pt>
                <c:pt idx="74">
                  <c:v>104.9050409436599</c:v>
                </c:pt>
                <c:pt idx="75">
                  <c:v>97.045053460042837</c:v>
                </c:pt>
                <c:pt idx="76">
                  <c:v>102.12625711061517</c:v>
                </c:pt>
                <c:pt idx="77">
                  <c:v>62.368907994932172</c:v>
                </c:pt>
                <c:pt idx="78">
                  <c:v>75.816711737575361</c:v>
                </c:pt>
                <c:pt idx="79">
                  <c:v>99.079906920303472</c:v>
                </c:pt>
                <c:pt idx="80">
                  <c:v>109.69211823506141</c:v>
                </c:pt>
                <c:pt idx="81">
                  <c:v>137.62690990969557</c:v>
                </c:pt>
                <c:pt idx="82">
                  <c:v>98.730380398910754</c:v>
                </c:pt>
                <c:pt idx="83">
                  <c:v>135.84141731838855</c:v>
                </c:pt>
                <c:pt idx="84">
                  <c:v>110.10777907217231</c:v>
                </c:pt>
                <c:pt idx="85">
                  <c:v>94.415181261248762</c:v>
                </c:pt>
                <c:pt idx="86">
                  <c:v>118.58934056537846</c:v>
                </c:pt>
                <c:pt idx="87">
                  <c:v>132.66745861506496</c:v>
                </c:pt>
                <c:pt idx="88">
                  <c:v>65.866672118065651</c:v>
                </c:pt>
                <c:pt idx="89">
                  <c:v>90.319392551403809</c:v>
                </c:pt>
                <c:pt idx="90">
                  <c:v>80.292846416691418</c:v>
                </c:pt>
                <c:pt idx="91">
                  <c:v>105.04519578628398</c:v>
                </c:pt>
                <c:pt idx="92">
                  <c:v>112.74619072460297</c:v>
                </c:pt>
                <c:pt idx="93">
                  <c:v>106.25693675963066</c:v>
                </c:pt>
                <c:pt idx="94">
                  <c:v>118.00460642203554</c:v>
                </c:pt>
                <c:pt idx="95">
                  <c:v>97.444889988863039</c:v>
                </c:pt>
                <c:pt idx="96">
                  <c:v>100.7975587378771</c:v>
                </c:pt>
                <c:pt idx="97">
                  <c:v>103.25558298980927</c:v>
                </c:pt>
                <c:pt idx="98">
                  <c:v>95.873238776539978</c:v>
                </c:pt>
                <c:pt idx="99">
                  <c:v>79.332316130921811</c:v>
                </c:pt>
                <c:pt idx="100">
                  <c:v>119.21570114148801</c:v>
                </c:pt>
                <c:pt idx="101">
                  <c:v>92.985666088970731</c:v>
                </c:pt>
                <c:pt idx="102">
                  <c:v>125.76367088384409</c:v>
                </c:pt>
                <c:pt idx="103">
                  <c:v>124.79525003081598</c:v>
                </c:pt>
                <c:pt idx="104">
                  <c:v>107.38117743601867</c:v>
                </c:pt>
                <c:pt idx="105">
                  <c:v>106.01125225005431</c:v>
                </c:pt>
                <c:pt idx="106">
                  <c:v>101.02449891444675</c:v>
                </c:pt>
                <c:pt idx="107">
                  <c:v>82.010011128261283</c:v>
                </c:pt>
                <c:pt idx="108">
                  <c:v>104.22308155052622</c:v>
                </c:pt>
                <c:pt idx="109">
                  <c:v>87.696587747950133</c:v>
                </c:pt>
                <c:pt idx="110">
                  <c:v>115.4433261516572</c:v>
                </c:pt>
                <c:pt idx="111">
                  <c:v>79.029672107802583</c:v>
                </c:pt>
                <c:pt idx="112">
                  <c:v>93.75008160264359</c:v>
                </c:pt>
                <c:pt idx="113">
                  <c:v>114.77172426335086</c:v>
                </c:pt>
                <c:pt idx="114">
                  <c:v>104.19473085182734</c:v>
                </c:pt>
                <c:pt idx="115">
                  <c:v>109.17590535783287</c:v>
                </c:pt>
                <c:pt idx="116">
                  <c:v>64.896976647678599</c:v>
                </c:pt>
                <c:pt idx="117">
                  <c:v>76.045766654604847</c:v>
                </c:pt>
                <c:pt idx="118">
                  <c:v>103.14492044483862</c:v>
                </c:pt>
                <c:pt idx="119">
                  <c:v>89.899398517494944</c:v>
                </c:pt>
                <c:pt idx="120">
                  <c:v>99.794126035629205</c:v>
                </c:pt>
                <c:pt idx="121">
                  <c:v>62.238786265089033</c:v>
                </c:pt>
                <c:pt idx="122">
                  <c:v>65.38490753933408</c:v>
                </c:pt>
                <c:pt idx="123">
                  <c:v>94.633998261016927</c:v>
                </c:pt>
                <c:pt idx="124">
                  <c:v>122.61474977091405</c:v>
                </c:pt>
                <c:pt idx="125">
                  <c:v>107.3709742380174</c:v>
                </c:pt>
                <c:pt idx="126">
                  <c:v>114.88232371258671</c:v>
                </c:pt>
                <c:pt idx="127">
                  <c:v>116.290398920825</c:v>
                </c:pt>
                <c:pt idx="128">
                  <c:v>76.492774325031661</c:v>
                </c:pt>
                <c:pt idx="129">
                  <c:v>114.46356913399823</c:v>
                </c:pt>
                <c:pt idx="130">
                  <c:v>82.462898933331104</c:v>
                </c:pt>
                <c:pt idx="131">
                  <c:v>75.225500265848922</c:v>
                </c:pt>
                <c:pt idx="132">
                  <c:v>107.31408656506657</c:v>
                </c:pt>
                <c:pt idx="133">
                  <c:v>67.080132965511183</c:v>
                </c:pt>
                <c:pt idx="134">
                  <c:v>120.81080733342516</c:v>
                </c:pt>
                <c:pt idx="135">
                  <c:v>102.44963378786461</c:v>
                </c:pt>
                <c:pt idx="136">
                  <c:v>98.392462853230782</c:v>
                </c:pt>
                <c:pt idx="137">
                  <c:v>87.183286701694996</c:v>
                </c:pt>
                <c:pt idx="138">
                  <c:v>128.82681570643328</c:v>
                </c:pt>
                <c:pt idx="139">
                  <c:v>81.878962691905002</c:v>
                </c:pt>
                <c:pt idx="140">
                  <c:v>106.18624581423896</c:v>
                </c:pt>
                <c:pt idx="141">
                  <c:v>92.353575377756798</c:v>
                </c:pt>
                <c:pt idx="142">
                  <c:v>85.248176250020634</c:v>
                </c:pt>
                <c:pt idx="143">
                  <c:v>100.60465231559608</c:v>
                </c:pt>
                <c:pt idx="144">
                  <c:v>76.365886510403968</c:v>
                </c:pt>
                <c:pt idx="145">
                  <c:v>124.69200186542574</c:v>
                </c:pt>
                <c:pt idx="146">
                  <c:v>96.968182217559928</c:v>
                </c:pt>
                <c:pt idx="147">
                  <c:v>117.05805188142388</c:v>
                </c:pt>
                <c:pt idx="148">
                  <c:v>119.39669182292452</c:v>
                </c:pt>
                <c:pt idx="149">
                  <c:v>111.09325012225213</c:v>
                </c:pt>
                <c:pt idx="150">
                  <c:v>87.293574154720659</c:v>
                </c:pt>
                <c:pt idx="151">
                  <c:v>115.5455604153983</c:v>
                </c:pt>
                <c:pt idx="152">
                  <c:v>84.615734749820319</c:v>
                </c:pt>
                <c:pt idx="153">
                  <c:v>101.65328322789446</c:v>
                </c:pt>
                <c:pt idx="154">
                  <c:v>95.753676072277486</c:v>
                </c:pt>
                <c:pt idx="155">
                  <c:v>133.0922441534924</c:v>
                </c:pt>
                <c:pt idx="156">
                  <c:v>132.78259481304661</c:v>
                </c:pt>
                <c:pt idx="157">
                  <c:v>113.97247594806871</c:v>
                </c:pt>
                <c:pt idx="158">
                  <c:v>133.13426057256152</c:v>
                </c:pt>
                <c:pt idx="159">
                  <c:v>129.25680964621046</c:v>
                </c:pt>
                <c:pt idx="160">
                  <c:v>85.152171654660037</c:v>
                </c:pt>
                <c:pt idx="161">
                  <c:v>117.08991529086875</c:v>
                </c:pt>
                <c:pt idx="162">
                  <c:v>92.596226992620771</c:v>
                </c:pt>
                <c:pt idx="163">
                  <c:v>70.584973396048298</c:v>
                </c:pt>
                <c:pt idx="164">
                  <c:v>120.98136117996751</c:v>
                </c:pt>
                <c:pt idx="165">
                  <c:v>62.729229014134312</c:v>
                </c:pt>
                <c:pt idx="166">
                  <c:v>83.6555688309044</c:v>
                </c:pt>
                <c:pt idx="167">
                  <c:v>67.633987400965452</c:v>
                </c:pt>
                <c:pt idx="168">
                  <c:v>103.97534226846035</c:v>
                </c:pt>
                <c:pt idx="169">
                  <c:v>142.09358963720624</c:v>
                </c:pt>
                <c:pt idx="170">
                  <c:v>90.843490355325386</c:v>
                </c:pt>
                <c:pt idx="171">
                  <c:v>85.044530829939816</c:v>
                </c:pt>
                <c:pt idx="172">
                  <c:v>118.30515566787101</c:v>
                </c:pt>
                <c:pt idx="173">
                  <c:v>58.563314202384404</c:v>
                </c:pt>
                <c:pt idx="174">
                  <c:v>107.6355279148778</c:v>
                </c:pt>
                <c:pt idx="175">
                  <c:v>68.936788692464262</c:v>
                </c:pt>
                <c:pt idx="176">
                  <c:v>87.119493548575718</c:v>
                </c:pt>
                <c:pt idx="177">
                  <c:v>92.689662392830797</c:v>
                </c:pt>
                <c:pt idx="178">
                  <c:v>103.56657616545304</c:v>
                </c:pt>
                <c:pt idx="179">
                  <c:v>132.57590182753958</c:v>
                </c:pt>
                <c:pt idx="180">
                  <c:v>97.627446935449171</c:v>
                </c:pt>
                <c:pt idx="181">
                  <c:v>125.53440708506196</c:v>
                </c:pt>
                <c:pt idx="182">
                  <c:v>87.722989490856222</c:v>
                </c:pt>
                <c:pt idx="183">
                  <c:v>100.21701460634767</c:v>
                </c:pt>
                <c:pt idx="184">
                  <c:v>52.743245989882297</c:v>
                </c:pt>
                <c:pt idx="185">
                  <c:v>100.3211979883589</c:v>
                </c:pt>
                <c:pt idx="186">
                  <c:v>108.88673541772108</c:v>
                </c:pt>
                <c:pt idx="187">
                  <c:v>88.498489440796703</c:v>
                </c:pt>
                <c:pt idx="188">
                  <c:v>80.627614688661339</c:v>
                </c:pt>
                <c:pt idx="189">
                  <c:v>91.306808177373824</c:v>
                </c:pt>
                <c:pt idx="190">
                  <c:v>109.4476933072965</c:v>
                </c:pt>
                <c:pt idx="191">
                  <c:v>103.33442708074988</c:v>
                </c:pt>
                <c:pt idx="192">
                  <c:v>72.198055350962704</c:v>
                </c:pt>
                <c:pt idx="193">
                  <c:v>113.84868899282398</c:v>
                </c:pt>
                <c:pt idx="194">
                  <c:v>120.7531672090519</c:v>
                </c:pt>
                <c:pt idx="195">
                  <c:v>97.990727889020874</c:v>
                </c:pt>
                <c:pt idx="196">
                  <c:v>92.697304701647639</c:v>
                </c:pt>
                <c:pt idx="197">
                  <c:v>120.56019977705044</c:v>
                </c:pt>
                <c:pt idx="198">
                  <c:v>124.41792166693588</c:v>
                </c:pt>
                <c:pt idx="199">
                  <c:v>79.027273591797965</c:v>
                </c:pt>
                <c:pt idx="200">
                  <c:v>67.478142187156379</c:v>
                </c:pt>
                <c:pt idx="201">
                  <c:v>136.06840590260384</c:v>
                </c:pt>
                <c:pt idx="202">
                  <c:v>80.826364142610501</c:v>
                </c:pt>
                <c:pt idx="203">
                  <c:v>116.34219808328452</c:v>
                </c:pt>
                <c:pt idx="204">
                  <c:v>120.19436857575836</c:v>
                </c:pt>
                <c:pt idx="205">
                  <c:v>109.57602962436471</c:v>
                </c:pt>
                <c:pt idx="206">
                  <c:v>56.667584374600509</c:v>
                </c:pt>
                <c:pt idx="207">
                  <c:v>110.17604231119479</c:v>
                </c:pt>
                <c:pt idx="208">
                  <c:v>104.24750482833016</c:v>
                </c:pt>
                <c:pt idx="209">
                  <c:v>92.192112595394633</c:v>
                </c:pt>
                <c:pt idx="210">
                  <c:v>113.4030025126489</c:v>
                </c:pt>
                <c:pt idx="211">
                  <c:v>117.39687402473177</c:v>
                </c:pt>
                <c:pt idx="212">
                  <c:v>96.430608613655409</c:v>
                </c:pt>
                <c:pt idx="213">
                  <c:v>111.28940845552094</c:v>
                </c:pt>
                <c:pt idx="214">
                  <c:v>136.47726808864803</c:v>
                </c:pt>
                <c:pt idx="215">
                  <c:v>83.134422120886768</c:v>
                </c:pt>
                <c:pt idx="216">
                  <c:v>118.67483921665851</c:v>
                </c:pt>
                <c:pt idx="217">
                  <c:v>117.91058217397597</c:v>
                </c:pt>
                <c:pt idx="218">
                  <c:v>88.466942081769048</c:v>
                </c:pt>
                <c:pt idx="219">
                  <c:v>58.521591018659997</c:v>
                </c:pt>
                <c:pt idx="220">
                  <c:v>90.835956782674003</c:v>
                </c:pt>
                <c:pt idx="221">
                  <c:v>124.90634275489468</c:v>
                </c:pt>
                <c:pt idx="222">
                  <c:v>81.099674699501094</c:v>
                </c:pt>
                <c:pt idx="223">
                  <c:v>102.25939051228652</c:v>
                </c:pt>
                <c:pt idx="224">
                  <c:v>79.018590649204981</c:v>
                </c:pt>
                <c:pt idx="225">
                  <c:v>154.74894226947376</c:v>
                </c:pt>
                <c:pt idx="226">
                  <c:v>80.72509087161427</c:v>
                </c:pt>
                <c:pt idx="227">
                  <c:v>62.364811179885073</c:v>
                </c:pt>
                <c:pt idx="228">
                  <c:v>99.216588860174966</c:v>
                </c:pt>
                <c:pt idx="229">
                  <c:v>125.48142302803342</c:v>
                </c:pt>
                <c:pt idx="230">
                  <c:v>80.653040834572096</c:v>
                </c:pt>
                <c:pt idx="231">
                  <c:v>100.18854683929862</c:v>
                </c:pt>
                <c:pt idx="232">
                  <c:v>94.483522554497682</c:v>
                </c:pt>
                <c:pt idx="233">
                  <c:v>89.703457081588525</c:v>
                </c:pt>
                <c:pt idx="234">
                  <c:v>72.601852446586662</c:v>
                </c:pt>
                <c:pt idx="235">
                  <c:v>105.20093551840272</c:v>
                </c:pt>
                <c:pt idx="236">
                  <c:v>99.456688443634107</c:v>
                </c:pt>
                <c:pt idx="237">
                  <c:v>113.01322068562308</c:v>
                </c:pt>
                <c:pt idx="238">
                  <c:v>96.284259073431855</c:v>
                </c:pt>
                <c:pt idx="239">
                  <c:v>107.96186525363474</c:v>
                </c:pt>
                <c:pt idx="240">
                  <c:v>102.68345770454333</c:v>
                </c:pt>
                <c:pt idx="241">
                  <c:v>86.772916283847024</c:v>
                </c:pt>
                <c:pt idx="242">
                  <c:v>72.994916513587469</c:v>
                </c:pt>
                <c:pt idx="243">
                  <c:v>98.644588858956652</c:v>
                </c:pt>
                <c:pt idx="244">
                  <c:v>107.43965362043191</c:v>
                </c:pt>
                <c:pt idx="245">
                  <c:v>81.842015067370824</c:v>
                </c:pt>
                <c:pt idx="246">
                  <c:v>76.698617479793157</c:v>
                </c:pt>
                <c:pt idx="247">
                  <c:v>85.655636444365626</c:v>
                </c:pt>
                <c:pt idx="248">
                  <c:v>101.42625398524352</c:v>
                </c:pt>
                <c:pt idx="249">
                  <c:v>79.161974845323499</c:v>
                </c:pt>
              </c:numCache>
            </c:numRef>
          </c:xVal>
          <c:yVal>
            <c:numRef>
              <c:f>Sheet2!$E$2:$E$251</c:f>
              <c:numCache>
                <c:formatCode>General</c:formatCode>
                <c:ptCount val="250"/>
                <c:pt idx="0">
                  <c:v>45.508466956072084</c:v>
                </c:pt>
                <c:pt idx="1">
                  <c:v>43.264994099270652</c:v>
                </c:pt>
                <c:pt idx="2">
                  <c:v>55.121267151677358</c:v>
                </c:pt>
                <c:pt idx="3">
                  <c:v>50.319131177597619</c:v>
                </c:pt>
                <c:pt idx="4">
                  <c:v>40.459790462183008</c:v>
                </c:pt>
                <c:pt idx="5">
                  <c:v>46.865326980253045</c:v>
                </c:pt>
                <c:pt idx="6">
                  <c:v>52.135286333052328</c:v>
                </c:pt>
                <c:pt idx="7">
                  <c:v>54.202711063039416</c:v>
                </c:pt>
                <c:pt idx="8">
                  <c:v>44.540617138853989</c:v>
                </c:pt>
                <c:pt idx="9">
                  <c:v>49.072809903805869</c:v>
                </c:pt>
                <c:pt idx="10">
                  <c:v>54.596966201129646</c:v>
                </c:pt>
                <c:pt idx="11">
                  <c:v>45.81902922780921</c:v>
                </c:pt>
                <c:pt idx="12">
                  <c:v>50.932180593505798</c:v>
                </c:pt>
                <c:pt idx="13">
                  <c:v>44.916330354257639</c:v>
                </c:pt>
                <c:pt idx="14">
                  <c:v>56.305978650691742</c:v>
                </c:pt>
                <c:pt idx="15">
                  <c:v>48.174706896866589</c:v>
                </c:pt>
                <c:pt idx="16">
                  <c:v>43.209027066558193</c:v>
                </c:pt>
                <c:pt idx="17">
                  <c:v>56.408009120995445</c:v>
                </c:pt>
                <c:pt idx="18">
                  <c:v>49.963785144848046</c:v>
                </c:pt>
                <c:pt idx="19">
                  <c:v>53.62114273200077</c:v>
                </c:pt>
                <c:pt idx="20">
                  <c:v>42.158249708507306</c:v>
                </c:pt>
                <c:pt idx="21">
                  <c:v>57.599211555727308</c:v>
                </c:pt>
                <c:pt idx="22">
                  <c:v>45.296548370389871</c:v>
                </c:pt>
                <c:pt idx="23">
                  <c:v>54.573119588141942</c:v>
                </c:pt>
                <c:pt idx="24">
                  <c:v>44.147464253136455</c:v>
                </c:pt>
                <c:pt idx="25">
                  <c:v>45.783965690422363</c:v>
                </c:pt>
                <c:pt idx="26">
                  <c:v>56.483654180460029</c:v>
                </c:pt>
                <c:pt idx="27">
                  <c:v>53.130223659564123</c:v>
                </c:pt>
                <c:pt idx="28">
                  <c:v>49.679935764855827</c:v>
                </c:pt>
                <c:pt idx="29">
                  <c:v>56.417115311249617</c:v>
                </c:pt>
                <c:pt idx="30">
                  <c:v>50.704889828066648</c:v>
                </c:pt>
                <c:pt idx="31">
                  <c:v>50.147158378169209</c:v>
                </c:pt>
                <c:pt idx="32">
                  <c:v>42.132912978832927</c:v>
                </c:pt>
                <c:pt idx="33">
                  <c:v>45.163481820336962</c:v>
                </c:pt>
                <c:pt idx="34">
                  <c:v>55.172890988058967</c:v>
                </c:pt>
                <c:pt idx="35">
                  <c:v>44.124364925588019</c:v>
                </c:pt>
                <c:pt idx="36">
                  <c:v>45.6194061578637</c:v>
                </c:pt>
                <c:pt idx="37">
                  <c:v>51.947862358194762</c:v>
                </c:pt>
                <c:pt idx="38">
                  <c:v>46.232228605268006</c:v>
                </c:pt>
                <c:pt idx="39">
                  <c:v>51.47823067951856</c:v>
                </c:pt>
                <c:pt idx="40">
                  <c:v>48.908775909933397</c:v>
                </c:pt>
                <c:pt idx="41">
                  <c:v>46.337402727847575</c:v>
                </c:pt>
                <c:pt idx="42">
                  <c:v>53.953025544287499</c:v>
                </c:pt>
                <c:pt idx="43">
                  <c:v>52.5189296003146</c:v>
                </c:pt>
                <c:pt idx="44">
                  <c:v>53.606436324954132</c:v>
                </c:pt>
                <c:pt idx="45">
                  <c:v>45.558323257677671</c:v>
                </c:pt>
                <c:pt idx="46">
                  <c:v>48.740167692354156</c:v>
                </c:pt>
                <c:pt idx="47">
                  <c:v>54.086829020347665</c:v>
                </c:pt>
                <c:pt idx="48">
                  <c:v>45.602433208314089</c:v>
                </c:pt>
                <c:pt idx="49">
                  <c:v>45.707851632042598</c:v>
                </c:pt>
                <c:pt idx="50">
                  <c:v>47.510676819249191</c:v>
                </c:pt>
                <c:pt idx="51">
                  <c:v>49.183057383694084</c:v>
                </c:pt>
                <c:pt idx="52">
                  <c:v>52.166911211300906</c:v>
                </c:pt>
                <c:pt idx="53">
                  <c:v>44.991442887174813</c:v>
                </c:pt>
                <c:pt idx="54">
                  <c:v>51.518825988251763</c:v>
                </c:pt>
                <c:pt idx="55">
                  <c:v>50.511515696182016</c:v>
                </c:pt>
                <c:pt idx="56">
                  <c:v>45.869345941062164</c:v>
                </c:pt>
                <c:pt idx="57">
                  <c:v>48.367312629169099</c:v>
                </c:pt>
                <c:pt idx="58">
                  <c:v>37.73064770100104</c:v>
                </c:pt>
                <c:pt idx="59">
                  <c:v>48.770193276706081</c:v>
                </c:pt>
                <c:pt idx="60">
                  <c:v>55.919472058070504</c:v>
                </c:pt>
                <c:pt idx="61">
                  <c:v>47.251052872515949</c:v>
                </c:pt>
                <c:pt idx="62">
                  <c:v>56.544464121127419</c:v>
                </c:pt>
                <c:pt idx="63">
                  <c:v>58.577327170810108</c:v>
                </c:pt>
                <c:pt idx="64">
                  <c:v>48.738137513027105</c:v>
                </c:pt>
                <c:pt idx="65">
                  <c:v>47.456376682694469</c:v>
                </c:pt>
                <c:pt idx="66">
                  <c:v>52.853273896637475</c:v>
                </c:pt>
                <c:pt idx="67">
                  <c:v>54.931381945436449</c:v>
                </c:pt>
                <c:pt idx="68">
                  <c:v>41.578977364644338</c:v>
                </c:pt>
                <c:pt idx="69">
                  <c:v>41.328388665110772</c:v>
                </c:pt>
                <c:pt idx="70">
                  <c:v>50.135210483118215</c:v>
                </c:pt>
                <c:pt idx="71">
                  <c:v>54.256636522949265</c:v>
                </c:pt>
                <c:pt idx="72">
                  <c:v>45.925485914628652</c:v>
                </c:pt>
                <c:pt idx="73">
                  <c:v>61.343967161541343</c:v>
                </c:pt>
                <c:pt idx="74">
                  <c:v>45.82637343983167</c:v>
                </c:pt>
                <c:pt idx="75">
                  <c:v>50.664166626210765</c:v>
                </c:pt>
                <c:pt idx="76">
                  <c:v>49.85668070574134</c:v>
                </c:pt>
                <c:pt idx="77">
                  <c:v>61.076991882645302</c:v>
                </c:pt>
                <c:pt idx="78">
                  <c:v>57.402805203576932</c:v>
                </c:pt>
                <c:pt idx="79">
                  <c:v>49.017351440545475</c:v>
                </c:pt>
                <c:pt idx="80">
                  <c:v>50.069955931826037</c:v>
                </c:pt>
                <c:pt idx="81">
                  <c:v>51.152347402920192</c:v>
                </c:pt>
                <c:pt idx="82">
                  <c:v>42.566050775759749</c:v>
                </c:pt>
                <c:pt idx="83">
                  <c:v>38.248264964212638</c:v>
                </c:pt>
                <c:pt idx="84">
                  <c:v>52.480108681781033</c:v>
                </c:pt>
                <c:pt idx="85">
                  <c:v>49.682205499061489</c:v>
                </c:pt>
                <c:pt idx="86">
                  <c:v>60.972244355205916</c:v>
                </c:pt>
                <c:pt idx="87">
                  <c:v>52.008716590973798</c:v>
                </c:pt>
                <c:pt idx="88">
                  <c:v>54.348259024512231</c:v>
                </c:pt>
                <c:pt idx="89">
                  <c:v>58.069038039458164</c:v>
                </c:pt>
                <c:pt idx="90">
                  <c:v>47.155408049697193</c:v>
                </c:pt>
                <c:pt idx="91">
                  <c:v>52.162834963059638</c:v>
                </c:pt>
                <c:pt idx="92">
                  <c:v>39.33181402552745</c:v>
                </c:pt>
                <c:pt idx="93">
                  <c:v>41.483863847115792</c:v>
                </c:pt>
                <c:pt idx="94">
                  <c:v>53.047379335670342</c:v>
                </c:pt>
                <c:pt idx="95">
                  <c:v>45.168327675873215</c:v>
                </c:pt>
                <c:pt idx="96">
                  <c:v>40.344106977381266</c:v>
                </c:pt>
                <c:pt idx="97">
                  <c:v>42.689186033651104</c:v>
                </c:pt>
                <c:pt idx="98">
                  <c:v>52.031409423014189</c:v>
                </c:pt>
                <c:pt idx="99">
                  <c:v>47.194655751401235</c:v>
                </c:pt>
                <c:pt idx="100">
                  <c:v>43.480391401876602</c:v>
                </c:pt>
                <c:pt idx="101">
                  <c:v>58.369374379024165</c:v>
                </c:pt>
                <c:pt idx="102">
                  <c:v>48.140269596576509</c:v>
                </c:pt>
                <c:pt idx="103">
                  <c:v>50.232971747733195</c:v>
                </c:pt>
                <c:pt idx="104">
                  <c:v>50.477020584213541</c:v>
                </c:pt>
                <c:pt idx="105">
                  <c:v>48.552811770327267</c:v>
                </c:pt>
                <c:pt idx="106">
                  <c:v>41.752190537949843</c:v>
                </c:pt>
                <c:pt idx="107">
                  <c:v>53.007164595706158</c:v>
                </c:pt>
                <c:pt idx="108">
                  <c:v>61.153330535405466</c:v>
                </c:pt>
                <c:pt idx="109">
                  <c:v>52.259479137875623</c:v>
                </c:pt>
                <c:pt idx="110">
                  <c:v>48.617857544637083</c:v>
                </c:pt>
                <c:pt idx="111">
                  <c:v>48.626761670593957</c:v>
                </c:pt>
                <c:pt idx="112">
                  <c:v>50.087794220948922</c:v>
                </c:pt>
                <c:pt idx="113">
                  <c:v>46.254178526434096</c:v>
                </c:pt>
                <c:pt idx="114">
                  <c:v>50.401367626440468</c:v>
                </c:pt>
                <c:pt idx="115">
                  <c:v>44.666191412405624</c:v>
                </c:pt>
                <c:pt idx="116">
                  <c:v>41.459941111833416</c:v>
                </c:pt>
                <c:pt idx="117">
                  <c:v>46.733725109372664</c:v>
                </c:pt>
                <c:pt idx="118">
                  <c:v>46.358978647291877</c:v>
                </c:pt>
                <c:pt idx="119">
                  <c:v>48.006252269987996</c:v>
                </c:pt>
                <c:pt idx="120">
                  <c:v>50.76706859370718</c:v>
                </c:pt>
                <c:pt idx="121">
                  <c:v>52.540688547148676</c:v>
                </c:pt>
                <c:pt idx="122">
                  <c:v>42.512897548281366</c:v>
                </c:pt>
                <c:pt idx="123">
                  <c:v>48.530369209067615</c:v>
                </c:pt>
                <c:pt idx="124">
                  <c:v>53.229573710976766</c:v>
                </c:pt>
                <c:pt idx="125">
                  <c:v>43.239722901431151</c:v>
                </c:pt>
                <c:pt idx="126">
                  <c:v>43.020804303134092</c:v>
                </c:pt>
                <c:pt idx="127">
                  <c:v>51.909042753247782</c:v>
                </c:pt>
                <c:pt idx="128">
                  <c:v>47.869867355843041</c:v>
                </c:pt>
                <c:pt idx="129">
                  <c:v>50.32604976178142</c:v>
                </c:pt>
                <c:pt idx="130">
                  <c:v>45.977279702584759</c:v>
                </c:pt>
                <c:pt idx="131">
                  <c:v>54.883625918617824</c:v>
                </c:pt>
                <c:pt idx="132">
                  <c:v>49.015648950325605</c:v>
                </c:pt>
                <c:pt idx="133">
                  <c:v>46.596676879313925</c:v>
                </c:pt>
                <c:pt idx="134">
                  <c:v>59.938684267046227</c:v>
                </c:pt>
                <c:pt idx="135">
                  <c:v>45.967112572627698</c:v>
                </c:pt>
                <c:pt idx="136">
                  <c:v>45.734546687586374</c:v>
                </c:pt>
                <c:pt idx="137">
                  <c:v>59.511915717632021</c:v>
                </c:pt>
                <c:pt idx="138">
                  <c:v>50.972124438888656</c:v>
                </c:pt>
                <c:pt idx="139">
                  <c:v>50.517151243236924</c:v>
                </c:pt>
                <c:pt idx="140">
                  <c:v>49.721613780512719</c:v>
                </c:pt>
                <c:pt idx="141">
                  <c:v>49.752348297807167</c:v>
                </c:pt>
                <c:pt idx="142">
                  <c:v>36.137476410771413</c:v>
                </c:pt>
                <c:pt idx="143">
                  <c:v>49.936118360290791</c:v>
                </c:pt>
                <c:pt idx="144">
                  <c:v>52.006299960379039</c:v>
                </c:pt>
                <c:pt idx="145">
                  <c:v>52.809509610254977</c:v>
                </c:pt>
                <c:pt idx="146">
                  <c:v>48.74850517135534</c:v>
                </c:pt>
                <c:pt idx="147">
                  <c:v>52.157937360063237</c:v>
                </c:pt>
                <c:pt idx="148">
                  <c:v>43.495425702142086</c:v>
                </c:pt>
                <c:pt idx="149">
                  <c:v>50.20767811109932</c:v>
                </c:pt>
                <c:pt idx="150">
                  <c:v>53.921852044515354</c:v>
                </c:pt>
                <c:pt idx="151">
                  <c:v>48.087952652196094</c:v>
                </c:pt>
                <c:pt idx="152">
                  <c:v>55.317002568691578</c:v>
                </c:pt>
                <c:pt idx="153">
                  <c:v>43.284253635917523</c:v>
                </c:pt>
                <c:pt idx="154">
                  <c:v>42.223018160043615</c:v>
                </c:pt>
                <c:pt idx="155">
                  <c:v>54.7235048528389</c:v>
                </c:pt>
                <c:pt idx="156">
                  <c:v>46.673483490462495</c:v>
                </c:pt>
                <c:pt idx="157">
                  <c:v>37.356604934009738</c:v>
                </c:pt>
                <c:pt idx="158">
                  <c:v>58.30080071472814</c:v>
                </c:pt>
                <c:pt idx="159">
                  <c:v>56.543591376724002</c:v>
                </c:pt>
                <c:pt idx="160">
                  <c:v>51.369993027207222</c:v>
                </c:pt>
                <c:pt idx="161">
                  <c:v>51.989221424748244</c:v>
                </c:pt>
                <c:pt idx="162">
                  <c:v>48.135526350008419</c:v>
                </c:pt>
                <c:pt idx="163">
                  <c:v>52.289070172188183</c:v>
                </c:pt>
                <c:pt idx="164">
                  <c:v>45.645612339879392</c:v>
                </c:pt>
                <c:pt idx="165">
                  <c:v>33.902067545372034</c:v>
                </c:pt>
                <c:pt idx="166">
                  <c:v>46.118835032889926</c:v>
                </c:pt>
                <c:pt idx="167">
                  <c:v>42.76391338387397</c:v>
                </c:pt>
                <c:pt idx="168">
                  <c:v>55.70528450522464</c:v>
                </c:pt>
                <c:pt idx="169">
                  <c:v>62.137916570933662</c:v>
                </c:pt>
                <c:pt idx="170">
                  <c:v>44.305962413152422</c:v>
                </c:pt>
                <c:pt idx="171">
                  <c:v>50.984460045744278</c:v>
                </c:pt>
                <c:pt idx="172">
                  <c:v>48.743871271954433</c:v>
                </c:pt>
                <c:pt idx="173">
                  <c:v>39.411395034851999</c:v>
                </c:pt>
                <c:pt idx="174">
                  <c:v>50.339082647451967</c:v>
                </c:pt>
                <c:pt idx="175">
                  <c:v>46.926272201891436</c:v>
                </c:pt>
                <c:pt idx="176">
                  <c:v>45.103523160624327</c:v>
                </c:pt>
                <c:pt idx="177">
                  <c:v>57.724116776423898</c:v>
                </c:pt>
                <c:pt idx="178">
                  <c:v>53.4581825211596</c:v>
                </c:pt>
                <c:pt idx="179">
                  <c:v>56.283173310262711</c:v>
                </c:pt>
                <c:pt idx="180">
                  <c:v>51.907506093616298</c:v>
                </c:pt>
                <c:pt idx="181">
                  <c:v>45.757437784756945</c:v>
                </c:pt>
                <c:pt idx="182">
                  <c:v>45.747554304083856</c:v>
                </c:pt>
                <c:pt idx="183">
                  <c:v>44.918554312343723</c:v>
                </c:pt>
                <c:pt idx="184">
                  <c:v>53.543955971001388</c:v>
                </c:pt>
                <c:pt idx="185">
                  <c:v>47.147423468145902</c:v>
                </c:pt>
                <c:pt idx="186">
                  <c:v>57.437526457610893</c:v>
                </c:pt>
                <c:pt idx="187">
                  <c:v>47.43296850661384</c:v>
                </c:pt>
                <c:pt idx="188">
                  <c:v>46.602638109655715</c:v>
                </c:pt>
                <c:pt idx="189">
                  <c:v>49.346878412932924</c:v>
                </c:pt>
                <c:pt idx="190">
                  <c:v>46.688547102024842</c:v>
                </c:pt>
                <c:pt idx="191">
                  <c:v>46.486172506486142</c:v>
                </c:pt>
                <c:pt idx="192">
                  <c:v>58.936244287005572</c:v>
                </c:pt>
                <c:pt idx="193">
                  <c:v>52.418949121342408</c:v>
                </c:pt>
                <c:pt idx="194">
                  <c:v>46.034951538277838</c:v>
                </c:pt>
                <c:pt idx="195">
                  <c:v>47.183048309060084</c:v>
                </c:pt>
                <c:pt idx="196">
                  <c:v>49.343464639039873</c:v>
                </c:pt>
                <c:pt idx="197">
                  <c:v>46.079203164250437</c:v>
                </c:pt>
                <c:pt idx="198">
                  <c:v>51.623802864895147</c:v>
                </c:pt>
                <c:pt idx="199">
                  <c:v>51.617567366192503</c:v>
                </c:pt>
                <c:pt idx="200">
                  <c:v>54.458686671444923</c:v>
                </c:pt>
                <c:pt idx="201">
                  <c:v>57.68070063829709</c:v>
                </c:pt>
                <c:pt idx="202">
                  <c:v>44.417295894746623</c:v>
                </c:pt>
                <c:pt idx="203">
                  <c:v>51.86376253194009</c:v>
                </c:pt>
                <c:pt idx="204">
                  <c:v>37.057564805519725</c:v>
                </c:pt>
                <c:pt idx="205">
                  <c:v>42.688708926544635</c:v>
                </c:pt>
                <c:pt idx="206">
                  <c:v>55.035422195687431</c:v>
                </c:pt>
                <c:pt idx="207">
                  <c:v>57.319609085110905</c:v>
                </c:pt>
                <c:pt idx="208">
                  <c:v>57.389695897012658</c:v>
                </c:pt>
                <c:pt idx="209">
                  <c:v>57.996598516826239</c:v>
                </c:pt>
                <c:pt idx="210">
                  <c:v>44.070668315767925</c:v>
                </c:pt>
                <c:pt idx="211">
                  <c:v>49.100867692848205</c:v>
                </c:pt>
                <c:pt idx="212">
                  <c:v>38.412222870660123</c:v>
                </c:pt>
                <c:pt idx="213">
                  <c:v>44.320552459632594</c:v>
                </c:pt>
                <c:pt idx="214">
                  <c:v>40.431807588086912</c:v>
                </c:pt>
                <c:pt idx="215">
                  <c:v>45.001651266313189</c:v>
                </c:pt>
                <c:pt idx="216">
                  <c:v>51.596632956333046</c:v>
                </c:pt>
                <c:pt idx="217">
                  <c:v>40.951696203715912</c:v>
                </c:pt>
                <c:pt idx="218">
                  <c:v>55.07761118918414</c:v>
                </c:pt>
                <c:pt idx="219">
                  <c:v>57.530276101963381</c:v>
                </c:pt>
                <c:pt idx="220">
                  <c:v>48.911637260855336</c:v>
                </c:pt>
                <c:pt idx="221">
                  <c:v>54.228708789650355</c:v>
                </c:pt>
                <c:pt idx="222">
                  <c:v>53.483191781530131</c:v>
                </c:pt>
                <c:pt idx="223">
                  <c:v>49.866405057137136</c:v>
                </c:pt>
                <c:pt idx="224">
                  <c:v>41.793911519389894</c:v>
                </c:pt>
                <c:pt idx="225">
                  <c:v>54.306108711682555</c:v>
                </c:pt>
                <c:pt idx="226">
                  <c:v>55.129639606753962</c:v>
                </c:pt>
                <c:pt idx="227">
                  <c:v>45.508895439031647</c:v>
                </c:pt>
                <c:pt idx="228">
                  <c:v>45.529734968642153</c:v>
                </c:pt>
                <c:pt idx="229">
                  <c:v>49.440412287809266</c:v>
                </c:pt>
                <c:pt idx="230">
                  <c:v>53.634871198744747</c:v>
                </c:pt>
                <c:pt idx="231">
                  <c:v>52.772226177476647</c:v>
                </c:pt>
                <c:pt idx="232">
                  <c:v>55.584502786096685</c:v>
                </c:pt>
                <c:pt idx="233">
                  <c:v>48.638662501507774</c:v>
                </c:pt>
                <c:pt idx="234">
                  <c:v>44.959561115017245</c:v>
                </c:pt>
                <c:pt idx="235">
                  <c:v>42.019611986740557</c:v>
                </c:pt>
                <c:pt idx="236">
                  <c:v>44.333692532955141</c:v>
                </c:pt>
                <c:pt idx="237">
                  <c:v>50.861107981032916</c:v>
                </c:pt>
                <c:pt idx="238">
                  <c:v>51.019613563479822</c:v>
                </c:pt>
                <c:pt idx="239">
                  <c:v>52.024462492590317</c:v>
                </c:pt>
                <c:pt idx="240">
                  <c:v>47.489849506672599</c:v>
                </c:pt>
                <c:pt idx="241">
                  <c:v>49.921531743300228</c:v>
                </c:pt>
                <c:pt idx="242">
                  <c:v>56.632076682427837</c:v>
                </c:pt>
                <c:pt idx="243">
                  <c:v>49.244405874145052</c:v>
                </c:pt>
                <c:pt idx="244">
                  <c:v>43.167131959715192</c:v>
                </c:pt>
                <c:pt idx="245">
                  <c:v>49.532707032303229</c:v>
                </c:pt>
                <c:pt idx="246">
                  <c:v>51.984309334033398</c:v>
                </c:pt>
                <c:pt idx="247">
                  <c:v>46.797604024103165</c:v>
                </c:pt>
                <c:pt idx="248">
                  <c:v>48.151547535912094</c:v>
                </c:pt>
                <c:pt idx="249">
                  <c:v>56.669958793740058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D442-4A2D-9904-63E17D2526D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14034879"/>
        <c:axId val="514008479"/>
      </c:scatterChart>
      <c:valAx>
        <c:axId val="514034879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14008479"/>
        <c:crosses val="autoZero"/>
        <c:crossBetween val="midCat"/>
      </c:valAx>
      <c:valAx>
        <c:axId val="51400847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14034879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[emotion with language.xlsx]Sheet5!PivotTable8</c:name>
    <c:fmtId val="3"/>
  </c:pivotSource>
  <c:chart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21813648293963253"/>
          <c:y val="0.16564596092155148"/>
          <c:w val="0.63348315835520563"/>
          <c:h val="0.7501027996500437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Sheet5!$A$1</c:f>
              <c:strCache>
                <c:ptCount val="1"/>
                <c:pt idx="0">
                  <c:v>Average of Score A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Sheet5!$A$2</c:f>
              <c:strCache>
                <c:ptCount val="1"/>
                <c:pt idx="0">
                  <c:v>Total</c:v>
                </c:pt>
              </c:strCache>
            </c:strRef>
          </c:cat>
          <c:val>
            <c:numRef>
              <c:f>Sheet5!$A$2</c:f>
              <c:numCache>
                <c:formatCode>General</c:formatCode>
                <c:ptCount val="1"/>
                <c:pt idx="0">
                  <c:v>100.0344150997924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C78-4104-BD76-FBEB2D8722B4}"/>
            </c:ext>
          </c:extLst>
        </c:ser>
        <c:ser>
          <c:idx val="1"/>
          <c:order val="1"/>
          <c:tx>
            <c:strRef>
              <c:f>Sheet5!$B$1</c:f>
              <c:strCache>
                <c:ptCount val="1"/>
                <c:pt idx="0">
                  <c:v>Average of Score B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Sheet5!$A$2</c:f>
              <c:strCache>
                <c:ptCount val="1"/>
                <c:pt idx="0">
                  <c:v>Total</c:v>
                </c:pt>
              </c:strCache>
            </c:strRef>
          </c:cat>
          <c:val>
            <c:numRef>
              <c:f>Sheet5!$B$2</c:f>
              <c:numCache>
                <c:formatCode>General</c:formatCode>
                <c:ptCount val="1"/>
                <c:pt idx="0">
                  <c:v>49.378788569275436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C78-4104-BD76-FBEB2D8722B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14036799"/>
        <c:axId val="514033439"/>
      </c:barChart>
      <c:catAx>
        <c:axId val="514036799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514033439"/>
        <c:crosses val="autoZero"/>
        <c:auto val="1"/>
        <c:lblAlgn val="ctr"/>
        <c:lblOffset val="100"/>
        <c:noMultiLvlLbl val="0"/>
      </c:catAx>
      <c:valAx>
        <c:axId val="51403343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1403679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[emotion with language.xlsm]count and bar chart!PivotTable5</c:name>
    <c:fmtId val="-1"/>
  </c:pivotSource>
  <c:chart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'count and bar chart'!$B$1:$B$2</c:f>
              <c:strCache>
                <c:ptCount val="1"/>
                <c:pt idx="0">
                  <c:v>A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'count and bar chart'!$A$3:$A$8</c:f>
              <c:strCache>
                <c:ptCount val="5"/>
                <c:pt idx="0">
                  <c:v>strongly disagree</c:v>
                </c:pt>
                <c:pt idx="1">
                  <c:v>disagree</c:v>
                </c:pt>
                <c:pt idx="2">
                  <c:v>neither agree nor disagree</c:v>
                </c:pt>
                <c:pt idx="3">
                  <c:v>agree</c:v>
                </c:pt>
                <c:pt idx="4">
                  <c:v>strongly agree</c:v>
                </c:pt>
              </c:strCache>
            </c:strRef>
          </c:cat>
          <c:val>
            <c:numRef>
              <c:f>'count and bar chart'!$B$3:$B$8</c:f>
              <c:numCache>
                <c:formatCode>General</c:formatCode>
                <c:ptCount val="5"/>
                <c:pt idx="0">
                  <c:v>10</c:v>
                </c:pt>
                <c:pt idx="1">
                  <c:v>29</c:v>
                </c:pt>
                <c:pt idx="2">
                  <c:v>28</c:v>
                </c:pt>
                <c:pt idx="3">
                  <c:v>20</c:v>
                </c:pt>
                <c:pt idx="4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A9D-42A9-809D-9DD9FFF3F1CE}"/>
            </c:ext>
          </c:extLst>
        </c:ser>
        <c:ser>
          <c:idx val="1"/>
          <c:order val="1"/>
          <c:tx>
            <c:strRef>
              <c:f>'count and bar chart'!$C$1:$C$2</c:f>
              <c:strCache>
                <c:ptCount val="1"/>
                <c:pt idx="0">
                  <c:v>B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'count and bar chart'!$A$3:$A$8</c:f>
              <c:strCache>
                <c:ptCount val="5"/>
                <c:pt idx="0">
                  <c:v>strongly disagree</c:v>
                </c:pt>
                <c:pt idx="1">
                  <c:v>disagree</c:v>
                </c:pt>
                <c:pt idx="2">
                  <c:v>neither agree nor disagree</c:v>
                </c:pt>
                <c:pt idx="3">
                  <c:v>agree</c:v>
                </c:pt>
                <c:pt idx="4">
                  <c:v>strongly agree</c:v>
                </c:pt>
              </c:strCache>
            </c:strRef>
          </c:cat>
          <c:val>
            <c:numRef>
              <c:f>'count and bar chart'!$C$3:$C$8</c:f>
              <c:numCache>
                <c:formatCode>General</c:formatCode>
                <c:ptCount val="5"/>
                <c:pt idx="0">
                  <c:v>2</c:v>
                </c:pt>
                <c:pt idx="1">
                  <c:v>11</c:v>
                </c:pt>
                <c:pt idx="2">
                  <c:v>12</c:v>
                </c:pt>
                <c:pt idx="3">
                  <c:v>16</c:v>
                </c:pt>
                <c:pt idx="4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A9D-42A9-809D-9DD9FFF3F1C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635476176"/>
        <c:axId val="1635450736"/>
      </c:barChart>
      <c:catAx>
        <c:axId val="16354761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35450736"/>
        <c:crosses val="autoZero"/>
        <c:auto val="1"/>
        <c:lblAlgn val="ctr"/>
        <c:lblOffset val="100"/>
        <c:noMultiLvlLbl val="0"/>
      </c:catAx>
      <c:valAx>
        <c:axId val="163545073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354761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[emotion with language.xlsx]percentage!PivotTable6</c:name>
    <c:fmtId val="5"/>
  </c:pivotSource>
  <c:chart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percentage!$B$1:$B$2</c:f>
              <c:strCache>
                <c:ptCount val="1"/>
                <c:pt idx="0">
                  <c:v>A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percentage!$A$3:$A$8</c:f>
              <c:strCache>
                <c:ptCount val="5"/>
                <c:pt idx="0">
                  <c:v>strongly disagree</c:v>
                </c:pt>
                <c:pt idx="1">
                  <c:v>disagree</c:v>
                </c:pt>
                <c:pt idx="2">
                  <c:v>neither agree nor disagree</c:v>
                </c:pt>
                <c:pt idx="3">
                  <c:v>agree</c:v>
                </c:pt>
                <c:pt idx="4">
                  <c:v>strongly agree</c:v>
                </c:pt>
              </c:strCache>
            </c:strRef>
          </c:cat>
          <c:val>
            <c:numRef>
              <c:f>percentage!$B$3:$B$8</c:f>
              <c:numCache>
                <c:formatCode>0.00%</c:formatCode>
                <c:ptCount val="5"/>
                <c:pt idx="0">
                  <c:v>0.10638297872340426</c:v>
                </c:pt>
                <c:pt idx="1">
                  <c:v>0.30851063829787234</c:v>
                </c:pt>
                <c:pt idx="2">
                  <c:v>0.2978723404255319</c:v>
                </c:pt>
                <c:pt idx="3">
                  <c:v>0.21276595744680851</c:v>
                </c:pt>
                <c:pt idx="4">
                  <c:v>7.4468085106382975E-2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1E6-4117-BE90-FC71D71EB49F}"/>
            </c:ext>
          </c:extLst>
        </c:ser>
        <c:ser>
          <c:idx val="1"/>
          <c:order val="1"/>
          <c:tx>
            <c:strRef>
              <c:f>percentage!$C$1:$C$2</c:f>
              <c:strCache>
                <c:ptCount val="1"/>
                <c:pt idx="0">
                  <c:v>B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percentage!$A$3:$A$8</c:f>
              <c:strCache>
                <c:ptCount val="5"/>
                <c:pt idx="0">
                  <c:v>strongly disagree</c:v>
                </c:pt>
                <c:pt idx="1">
                  <c:v>disagree</c:v>
                </c:pt>
                <c:pt idx="2">
                  <c:v>neither agree nor disagree</c:v>
                </c:pt>
                <c:pt idx="3">
                  <c:v>agree</c:v>
                </c:pt>
                <c:pt idx="4">
                  <c:v>strongly agree</c:v>
                </c:pt>
              </c:strCache>
            </c:strRef>
          </c:cat>
          <c:val>
            <c:numRef>
              <c:f>percentage!$C$3:$C$8</c:f>
              <c:numCache>
                <c:formatCode>0.00%</c:formatCode>
                <c:ptCount val="5"/>
                <c:pt idx="0">
                  <c:v>4.2553191489361701E-2</c:v>
                </c:pt>
                <c:pt idx="1">
                  <c:v>0.23404255319148937</c:v>
                </c:pt>
                <c:pt idx="2">
                  <c:v>0.25531914893617019</c:v>
                </c:pt>
                <c:pt idx="3">
                  <c:v>0.34042553191489361</c:v>
                </c:pt>
                <c:pt idx="4">
                  <c:v>0.1276595744680851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1E6-4117-BE90-FC71D71EB49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574440768"/>
        <c:axId val="1574436448"/>
      </c:barChart>
      <c:catAx>
        <c:axId val="15744407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74436448"/>
        <c:crosses val="autoZero"/>
        <c:auto val="1"/>
        <c:lblAlgn val="ctr"/>
        <c:lblOffset val="100"/>
        <c:noMultiLvlLbl val="0"/>
      </c:catAx>
      <c:valAx>
        <c:axId val="15744364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7444076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numDim type="val">
        <cx:f>Sheet2!$B$2:$B$251</cx:f>
        <cx:lvl ptCount="250" formatCode="General">
          <cx:pt idx="0">106.3366033334831</cx:pt>
          <cx:pt idx="1">107.79501010566391</cx:pt>
          <cx:pt idx="2">117.76758700770213</cx:pt>
          <cx:pt idx="3">106.70848514745188</cx:pt>
          <cx:pt idx="4">93.053581303086773</cx:pt>
          <cx:pt idx="5">78.065502690483314</cx:pt>
          <cx:pt idx="6">94.867650081805905</cx:pt>
          <cx:pt idx="7">107.34931100848715</cx:pt>
          <cx:pt idx="8">113.49326373157777</cx:pt>
          <cx:pt idx="9">73.603065246644718</cx:pt>
          <cx:pt idx="10">131.9497123618807</cx:pt>
          <cx:pt idx="11">137.45816192401224</cx:pt>
          <cx:pt idx="12">79.909246860748013</cx:pt>
          <cx:pt idx="13">119.22497958506801</cx:pt>
          <cx:pt idx="14">102.8343886893902</cx:pt>
          <cx:pt idx="15">96.196782658906073</cx:pt>
          <cx:pt idx="16">107.7166132521408</cx:pt>
          <cx:pt idx="17">109.48334887729858</cx:pt>
          <cx:pt idx="18">97.077859314064156</cx:pt>
          <cx:pt idx="19">115.10601958631875</cx:pt>
          <cx:pt idx="20">114.03537173242843</cx:pt>
          <cx:pt idx="21">116.53122270785944</cx:pt>
          <cx:pt idx="22">67.557096421966492</cx:pt>
          <cx:pt idx="23">114.32329047254375</cx:pt>
          <cx:pt idx="24">89.460802170133618</cx:pt>
          <cx:pt idx="25">106.55397611972813</cx:pt>
          <cx:pt idx="26">84.880555108819067</cx:pt>
          <cx:pt idx="27">93.438851862985175</cx:pt>
          <cx:pt idx="28">139.22296717960495</cx:pt>
          <cx:pt idx="29">93.781380034612539</cx:pt>
          <cx:pt idx="30">75.070354187189736</cx:pt>
          <cx:pt idx="31">125.35580337842099</cx:pt>
          <cx:pt idx="32">107.04506851707657</cx:pt>
          <cx:pt idx="33">99.907904253932998</cx:pt>
          <cx:pt idx="34">96.998511691191624</cx:pt>
          <cx:pt idx="35">110.34169349364805</cx:pt>
          <cx:pt idx="36">119.37018511585373</cx:pt>
          <cx:pt idx="37">91.57821429729924</cx:pt>
          <cx:pt idx="38">80.666655635771392</cx:pt>
          <cx:pt idx="39">86.864948629406484</cx:pt>
          <cx:pt idx="40">108.35153527728835</cx:pt>
          <cx:pt idx="41">95.66228370128853</cx:pt>
          <cx:pt idx="42">115.56891497561605</cx:pt>
          <cx:pt idx="43">89.864195642011651</cx:pt>
          <cx:pt idx="44">107.81920171313108</cx:pt>
          <cx:pt idx="45">106.66823715816217</cx:pt>
          <cx:pt idx="46">64.24518403777104</cx:pt>
          <cx:pt idx="47">93.735278932938002</cx:pt>
          <cx:pt idx="48">60.974737942550234</cx:pt>
          <cx:pt idx="49">102.37718361317521</cx:pt>
          <cx:pt idx="50">123.8554513365805</cx:pt>
          <cx:pt idx="51">98.886227091662207</cx:pt>
          <cx:pt idx="52">88.341706409827836</cx:pt>
          <cx:pt idx="53">98.065274336436261</cx:pt>
          <cx:pt idx="54">94.165566205586643</cx:pt>
          <cx:pt idx="55">136.6670124046085</cx:pt>
          <cx:pt idx="56">125.80019067241064</cx:pt>
          <cx:pt idx="57">95.452453986226644</cx:pt>
          <cx:pt idx="58">151.48447183195464</cx:pt>
          <cx:pt idx="59">90.829403204572188</cx:pt>
          <cx:pt idx="60">94.87524998026754</cx:pt>
          <cx:pt idx="61">96.310294429439423</cx:pt>
          <cx:pt idx="62">104.51347269921374</cx:pt>
          <cx:pt idx="63">117.34762637340742</cx:pt>
          <cx:pt idx="64">101.15838063723029</cx:pt>
          <cx:pt idx="65">82.137501582844124</cx:pt>
          <cx:pt idx="66">93.498268930133179</cx:pt>
          <cx:pt idx="67">105.82111781437503</cx:pt>
          <cx:pt idx="68">123.13395623527977</cx:pt>
          <cx:pt idx="69">125.84245794963032</cx:pt>
          <cx:pt idx="70">95.042814019190772</cx:pt>
          <cx:pt idx="71">89.115830610229978</cx:pt>
          <cx:pt idx="72">81.39790013368949</cx:pt>
          <cx:pt idx="73">73.514213921090274</cx:pt>
          <cx:pt idx="74">104.9050409436599</cx:pt>
          <cx:pt idx="75">97.045053460042837</cx:pt>
          <cx:pt idx="76">102.12625711061517</cx:pt>
          <cx:pt idx="77">62.368907994932172</cx:pt>
          <cx:pt idx="78">75.816711737575361</cx:pt>
          <cx:pt idx="79">99.079906920303472</cx:pt>
          <cx:pt idx="80">109.69211823506141</cx:pt>
          <cx:pt idx="81">137.62690990969557</cx:pt>
          <cx:pt idx="82">98.730380398910754</cx:pt>
          <cx:pt idx="83">135.84141731838855</cx:pt>
          <cx:pt idx="84">110.10777907217231</cx:pt>
          <cx:pt idx="85">94.415181261248762</cx:pt>
          <cx:pt idx="86">118.58934056537846</cx:pt>
          <cx:pt idx="87">132.66745861506496</cx:pt>
          <cx:pt idx="88">65.866672118065651</cx:pt>
          <cx:pt idx="89">90.319392551403809</cx:pt>
          <cx:pt idx="90">80.292846416691418</cx:pt>
          <cx:pt idx="91">105.04519578628398</cx:pt>
          <cx:pt idx="92">112.74619072460297</cx:pt>
          <cx:pt idx="93">106.25693675963066</cx:pt>
          <cx:pt idx="94">118.00460642203554</cx:pt>
          <cx:pt idx="95">97.444889988863039</cx:pt>
          <cx:pt idx="96">100.7975587378771</cx:pt>
          <cx:pt idx="97">103.25558298980927</cx:pt>
          <cx:pt idx="98">95.873238776539978</cx:pt>
          <cx:pt idx="99">79.332316130921811</cx:pt>
          <cx:pt idx="100">119.21570114148801</cx:pt>
          <cx:pt idx="101">92.985666088970731</cx:pt>
          <cx:pt idx="102">125.76367088384409</cx:pt>
          <cx:pt idx="103">124.79525003081598</cx:pt>
          <cx:pt idx="104">107.38117743601867</cx:pt>
          <cx:pt idx="105">106.01125225005431</cx:pt>
          <cx:pt idx="106">101.02449891444675</cx:pt>
          <cx:pt idx="107">82.010011128261283</cx:pt>
          <cx:pt idx="108">104.22308155052622</cx:pt>
          <cx:pt idx="109">87.696587747950133</cx:pt>
          <cx:pt idx="110">115.4433261516572</cx:pt>
          <cx:pt idx="111">79.029672107802583</cx:pt>
          <cx:pt idx="112">93.75008160264359</cx:pt>
          <cx:pt idx="113">114.77172426335086</cx:pt>
          <cx:pt idx="114">104.19473085182734</cx:pt>
          <cx:pt idx="115">109.17590535783287</cx:pt>
          <cx:pt idx="116">64.896976647678599</cx:pt>
          <cx:pt idx="117">76.045766654604847</cx:pt>
          <cx:pt idx="118">103.14492044483862</cx:pt>
          <cx:pt idx="119">89.899398517494944</cx:pt>
          <cx:pt idx="120">99.794126035629205</cx:pt>
          <cx:pt idx="121">62.238786265089033</cx:pt>
          <cx:pt idx="122">65.38490753933408</cx:pt>
          <cx:pt idx="123">94.633998261016927</cx:pt>
          <cx:pt idx="124">122.61474977091405</cx:pt>
          <cx:pt idx="125">107.3709742380174</cx:pt>
          <cx:pt idx="126">114.88232371258671</cx:pt>
          <cx:pt idx="127">116.290398920825</cx:pt>
          <cx:pt idx="128">76.492774325031661</cx:pt>
          <cx:pt idx="129">114.46356913399823</cx:pt>
          <cx:pt idx="130">82.462898933331104</cx:pt>
          <cx:pt idx="131">75.225500265848922</cx:pt>
          <cx:pt idx="132">107.31408656506657</cx:pt>
          <cx:pt idx="133">67.080132965511183</cx:pt>
          <cx:pt idx="134">120.81080733342516</cx:pt>
          <cx:pt idx="135">102.44963378786461</cx:pt>
          <cx:pt idx="136">98.392462853230782</cx:pt>
          <cx:pt idx="137">87.183286701694996</cx:pt>
          <cx:pt idx="138">128.82681570643328</cx:pt>
          <cx:pt idx="139">81.878962691905002</cx:pt>
          <cx:pt idx="140">106.18624581423896</cx:pt>
          <cx:pt idx="141">92.353575377756798</cx:pt>
          <cx:pt idx="142">85.248176250020634</cx:pt>
          <cx:pt idx="143">100.60465231559608</cx:pt>
          <cx:pt idx="144">76.365886510403968</cx:pt>
          <cx:pt idx="145">124.69200186542574</cx:pt>
          <cx:pt idx="146">96.968182217559928</cx:pt>
          <cx:pt idx="147">117.05805188142388</cx:pt>
          <cx:pt idx="148">119.39669182292452</cx:pt>
          <cx:pt idx="149">111.09325012225213</cx:pt>
          <cx:pt idx="150">87.293574154720659</cx:pt>
          <cx:pt idx="151">115.5455604153983</cx:pt>
          <cx:pt idx="152">84.615734749820319</cx:pt>
          <cx:pt idx="153">101.65328322789446</cx:pt>
          <cx:pt idx="154">95.753676072277486</cx:pt>
          <cx:pt idx="155">133.0922441534924</cx:pt>
          <cx:pt idx="156">132.78259481304661</cx:pt>
          <cx:pt idx="157">113.97247594806871</cx:pt>
          <cx:pt idx="158">133.13426057256152</cx:pt>
          <cx:pt idx="159">129.25680964621046</cx:pt>
          <cx:pt idx="160">85.152171654660037</cx:pt>
          <cx:pt idx="161">117.08991529086875</cx:pt>
          <cx:pt idx="162">92.596226992620771</cx:pt>
          <cx:pt idx="163">70.584973396048298</cx:pt>
          <cx:pt idx="164">120.98136117996751</cx:pt>
          <cx:pt idx="165">62.729229014134312</cx:pt>
          <cx:pt idx="166">83.6555688309044</cx:pt>
          <cx:pt idx="167">67.633987400965452</cx:pt>
          <cx:pt idx="168">103.97534226846035</cx:pt>
          <cx:pt idx="169">142.09358963720624</cx:pt>
          <cx:pt idx="170">90.843490355325386</cx:pt>
          <cx:pt idx="171">85.044530829939816</cx:pt>
          <cx:pt idx="172">118.30515566787101</cx:pt>
          <cx:pt idx="173">58.563314202384404</cx:pt>
          <cx:pt idx="174">107.6355279148778</cx:pt>
          <cx:pt idx="175">68.936788692464262</cx:pt>
          <cx:pt idx="176">87.119493548575718</cx:pt>
          <cx:pt idx="177">92.689662392830797</cx:pt>
          <cx:pt idx="178">103.56657616545304</cx:pt>
          <cx:pt idx="179">132.57590182753958</cx:pt>
          <cx:pt idx="180">97.627446935449171</cx:pt>
          <cx:pt idx="181">125.53440708506196</cx:pt>
          <cx:pt idx="182">87.722989490856222</cx:pt>
          <cx:pt idx="183">100.21701460634767</cx:pt>
          <cx:pt idx="184">52.743245989882297</cx:pt>
          <cx:pt idx="185">100.3211979883589</cx:pt>
          <cx:pt idx="186">108.88673541772108</cx:pt>
          <cx:pt idx="187">88.498489440796703</cx:pt>
          <cx:pt idx="188">80.627614688661339</cx:pt>
          <cx:pt idx="189">91.306808177373824</cx:pt>
          <cx:pt idx="190">109.4476933072965</cx:pt>
          <cx:pt idx="191">103.33442708074988</cx:pt>
          <cx:pt idx="192">72.198055350962704</cx:pt>
          <cx:pt idx="193">113.84868899282398</cx:pt>
          <cx:pt idx="194">120.7531672090519</cx:pt>
          <cx:pt idx="195">97.990727889020874</cx:pt>
          <cx:pt idx="196">92.697304701647639</cx:pt>
          <cx:pt idx="197">120.56019977705044</cx:pt>
          <cx:pt idx="198">124.41792166693588</cx:pt>
          <cx:pt idx="199">79.027273591797965</cx:pt>
          <cx:pt idx="200">67.478142187156379</cx:pt>
          <cx:pt idx="201">136.06840590260384</cx:pt>
          <cx:pt idx="202">80.826364142610501</cx:pt>
          <cx:pt idx="203">116.34219808328452</cx:pt>
          <cx:pt idx="204">120.19436857575836</cx:pt>
          <cx:pt idx="205">109.57602962436471</cx:pt>
          <cx:pt idx="206">56.667584374600509</cx:pt>
          <cx:pt idx="207">110.17604231119479</cx:pt>
          <cx:pt idx="208">104.24750482833016</cx:pt>
          <cx:pt idx="209">92.192112595394633</cx:pt>
          <cx:pt idx="210">113.4030025126489</cx:pt>
          <cx:pt idx="211">117.39687402473177</cx:pt>
          <cx:pt idx="212">96.430608613655409</cx:pt>
          <cx:pt idx="213">111.28940845552094</cx:pt>
          <cx:pt idx="214">136.47726808864803</cx:pt>
          <cx:pt idx="215">83.134422120886768</cx:pt>
          <cx:pt idx="216">118.67483921665851</cx:pt>
          <cx:pt idx="217">117.91058217397597</cx:pt>
          <cx:pt idx="218">88.466942081769048</cx:pt>
          <cx:pt idx="219">58.521591018659997</cx:pt>
          <cx:pt idx="220">90.835956782674003</cx:pt>
          <cx:pt idx="221">124.90634275489468</cx:pt>
          <cx:pt idx="222">81.099674699501094</cx:pt>
          <cx:pt idx="223">102.25939051228652</cx:pt>
          <cx:pt idx="224">79.018590649204981</cx:pt>
          <cx:pt idx="225">154.74894226947376</cx:pt>
          <cx:pt idx="226">80.72509087161427</cx:pt>
          <cx:pt idx="227">62.364811179885073</cx:pt>
          <cx:pt idx="228">99.216588860174966</cx:pt>
          <cx:pt idx="229">125.48142302803342</cx:pt>
          <cx:pt idx="230">80.653040834572096</cx:pt>
          <cx:pt idx="231">100.18854683929862</cx:pt>
          <cx:pt idx="232">94.483522554497682</cx:pt>
          <cx:pt idx="233">89.703457081588525</cx:pt>
          <cx:pt idx="234">72.601852446586662</cx:pt>
          <cx:pt idx="235">105.20093551840272</cx:pt>
          <cx:pt idx="236">99.456688443634107</cx:pt>
          <cx:pt idx="237">113.01322068562308</cx:pt>
          <cx:pt idx="238">96.284259073431855</cx:pt>
          <cx:pt idx="239">107.96186525363474</cx:pt>
          <cx:pt idx="240">102.68345770454333</cx:pt>
          <cx:pt idx="241">86.772916283847024</cx:pt>
          <cx:pt idx="242">72.994916513587469</cx:pt>
          <cx:pt idx="243">98.644588858956652</cx:pt>
          <cx:pt idx="244">107.43965362043191</cx:pt>
          <cx:pt idx="245">81.842015067370824</cx:pt>
          <cx:pt idx="246">76.698617479793157</cx:pt>
          <cx:pt idx="247">85.655636444365626</cx:pt>
          <cx:pt idx="248">101.42625398524352</cx:pt>
          <cx:pt idx="249">79.161974845323499</cx:pt>
        </cx:lvl>
      </cx:numDim>
    </cx:data>
  </cx:chartData>
  <cx:chart>
    <cx:plotArea>
      <cx:plotAreaRegion>
        <cx:series layoutId="clusteredColumn" uniqueId="{D1EBA089-BD12-40A0-9899-938BA259968B}">
          <cx:dataId val="0"/>
          <cx:layoutPr>
            <cx:binning intervalClosed="r"/>
          </cx:layoutPr>
        </cx:series>
      </cx:plotAreaRegion>
      <cx:axis id="0">
        <cx:catScaling gapWidth="0"/>
        <cx:tickLabels/>
      </cx:axis>
      <cx:axis id="1">
        <cx:valScaling/>
        <cx:majorGridlines/>
        <cx:tickLabels/>
      </cx:axis>
    </cx:plotArea>
  </cx:chart>
</cx:chartSpace>
</file>

<file path=ppt/charts/chartEx2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numDim type="val">
        <cx:f>Sheet2!$B$2:$B$251</cx:f>
        <cx:lvl ptCount="250" formatCode="General">
          <cx:pt idx="0">106.3366033334831</cx:pt>
          <cx:pt idx="1">107.79501010566391</cx:pt>
          <cx:pt idx="2">117.76758700770213</cx:pt>
          <cx:pt idx="3">106.70848514745188</cx:pt>
          <cx:pt idx="4">93.053581303086773</cx:pt>
          <cx:pt idx="5">78.065502690483314</cx:pt>
          <cx:pt idx="6">94.867650081805905</cx:pt>
          <cx:pt idx="7">107.34931100848715</cx:pt>
          <cx:pt idx="8">113.49326373157777</cx:pt>
          <cx:pt idx="9">73.603065246644718</cx:pt>
          <cx:pt idx="10">131.9497123618807</cx:pt>
          <cx:pt idx="11">137.45816192401224</cx:pt>
          <cx:pt idx="12">79.909246860748013</cx:pt>
          <cx:pt idx="13">119.22497958506801</cx:pt>
          <cx:pt idx="14">102.8343886893902</cx:pt>
          <cx:pt idx="15">96.196782658906073</cx:pt>
          <cx:pt idx="16">107.7166132521408</cx:pt>
          <cx:pt idx="17">109.48334887729858</cx:pt>
          <cx:pt idx="18">97.077859314064156</cx:pt>
          <cx:pt idx="19">115.10601958631875</cx:pt>
          <cx:pt idx="20">114.03537173242843</cx:pt>
          <cx:pt idx="21">116.53122270785944</cx:pt>
          <cx:pt idx="22">67.557096421966492</cx:pt>
          <cx:pt idx="23">114.32329047254375</cx:pt>
          <cx:pt idx="24">89.460802170133618</cx:pt>
          <cx:pt idx="25">106.55397611972813</cx:pt>
          <cx:pt idx="26">84.880555108819067</cx:pt>
          <cx:pt idx="27">93.438851862985175</cx:pt>
          <cx:pt idx="28">139.22296717960495</cx:pt>
          <cx:pt idx="29">93.781380034612539</cx:pt>
          <cx:pt idx="30">75.070354187189736</cx:pt>
          <cx:pt idx="31">125.35580337842099</cx:pt>
          <cx:pt idx="32">107.04506851707657</cx:pt>
          <cx:pt idx="33">99.907904253932998</cx:pt>
          <cx:pt idx="34">96.998511691191624</cx:pt>
          <cx:pt idx="35">110.34169349364805</cx:pt>
          <cx:pt idx="36">119.37018511585373</cx:pt>
          <cx:pt idx="37">91.57821429729924</cx:pt>
          <cx:pt idx="38">80.666655635771392</cx:pt>
          <cx:pt idx="39">86.864948629406484</cx:pt>
          <cx:pt idx="40">108.35153527728835</cx:pt>
          <cx:pt idx="41">95.66228370128853</cx:pt>
          <cx:pt idx="42">115.56891497561605</cx:pt>
          <cx:pt idx="43">89.864195642011651</cx:pt>
          <cx:pt idx="44">107.81920171313108</cx:pt>
          <cx:pt idx="45">106.66823715816217</cx:pt>
          <cx:pt idx="46">64.24518403777104</cx:pt>
          <cx:pt idx="47">93.735278932938002</cx:pt>
          <cx:pt idx="48">60.974737942550234</cx:pt>
          <cx:pt idx="49">102.37718361317521</cx:pt>
          <cx:pt idx="50">123.8554513365805</cx:pt>
          <cx:pt idx="51">98.886227091662207</cx:pt>
          <cx:pt idx="52">88.341706409827836</cx:pt>
          <cx:pt idx="53">98.065274336436261</cx:pt>
          <cx:pt idx="54">94.165566205586643</cx:pt>
          <cx:pt idx="55">136.6670124046085</cx:pt>
          <cx:pt idx="56">125.80019067241064</cx:pt>
          <cx:pt idx="57">95.452453986226644</cx:pt>
          <cx:pt idx="58">151.48447183195464</cx:pt>
          <cx:pt idx="59">90.829403204572188</cx:pt>
          <cx:pt idx="60">94.87524998026754</cx:pt>
          <cx:pt idx="61">96.310294429439423</cx:pt>
          <cx:pt idx="62">104.51347269921374</cx:pt>
          <cx:pt idx="63">117.34762637340742</cx:pt>
          <cx:pt idx="64">101.15838063723029</cx:pt>
          <cx:pt idx="65">82.137501582844124</cx:pt>
          <cx:pt idx="66">93.498268930133179</cx:pt>
          <cx:pt idx="67">105.82111781437503</cx:pt>
          <cx:pt idx="68">123.13395623527977</cx:pt>
          <cx:pt idx="69">125.84245794963032</cx:pt>
          <cx:pt idx="70">95.042814019190772</cx:pt>
          <cx:pt idx="71">89.115830610229978</cx:pt>
          <cx:pt idx="72">81.39790013368949</cx:pt>
          <cx:pt idx="73">73.514213921090274</cx:pt>
          <cx:pt idx="74">104.9050409436599</cx:pt>
          <cx:pt idx="75">97.045053460042837</cx:pt>
          <cx:pt idx="76">102.12625711061517</cx:pt>
          <cx:pt idx="77">62.368907994932172</cx:pt>
          <cx:pt idx="78">75.816711737575361</cx:pt>
          <cx:pt idx="79">99.079906920303472</cx:pt>
          <cx:pt idx="80">109.69211823506141</cx:pt>
          <cx:pt idx="81">137.62690990969557</cx:pt>
          <cx:pt idx="82">98.730380398910754</cx:pt>
          <cx:pt idx="83">135.84141731838855</cx:pt>
          <cx:pt idx="84">110.10777907217231</cx:pt>
          <cx:pt idx="85">94.415181261248762</cx:pt>
          <cx:pt idx="86">118.58934056537846</cx:pt>
          <cx:pt idx="87">132.66745861506496</cx:pt>
          <cx:pt idx="88">65.866672118065651</cx:pt>
          <cx:pt idx="89">90.319392551403809</cx:pt>
          <cx:pt idx="90">80.292846416691418</cx:pt>
          <cx:pt idx="91">105.04519578628398</cx:pt>
          <cx:pt idx="92">112.74619072460297</cx:pt>
          <cx:pt idx="93">106.25693675963066</cx:pt>
          <cx:pt idx="94">118.00460642203554</cx:pt>
          <cx:pt idx="95">97.444889988863039</cx:pt>
          <cx:pt idx="96">100.7975587378771</cx:pt>
          <cx:pt idx="97">103.25558298980927</cx:pt>
          <cx:pt idx="98">95.873238776539978</cx:pt>
          <cx:pt idx="99">79.332316130921811</cx:pt>
          <cx:pt idx="100">119.21570114148801</cx:pt>
          <cx:pt idx="101">92.985666088970731</cx:pt>
          <cx:pt idx="102">125.76367088384409</cx:pt>
          <cx:pt idx="103">124.79525003081598</cx:pt>
          <cx:pt idx="104">107.38117743601867</cx:pt>
          <cx:pt idx="105">106.01125225005431</cx:pt>
          <cx:pt idx="106">101.02449891444675</cx:pt>
          <cx:pt idx="107">82.010011128261283</cx:pt>
          <cx:pt idx="108">104.22308155052622</cx:pt>
          <cx:pt idx="109">87.696587747950133</cx:pt>
          <cx:pt idx="110">115.4433261516572</cx:pt>
          <cx:pt idx="111">79.029672107802583</cx:pt>
          <cx:pt idx="112">93.75008160264359</cx:pt>
          <cx:pt idx="113">114.77172426335086</cx:pt>
          <cx:pt idx="114">104.19473085182734</cx:pt>
          <cx:pt idx="115">109.17590535783287</cx:pt>
          <cx:pt idx="116">64.896976647678599</cx:pt>
          <cx:pt idx="117">76.045766654604847</cx:pt>
          <cx:pt idx="118">103.14492044483862</cx:pt>
          <cx:pt idx="119">89.899398517494944</cx:pt>
          <cx:pt idx="120">99.794126035629205</cx:pt>
          <cx:pt idx="121">62.238786265089033</cx:pt>
          <cx:pt idx="122">65.38490753933408</cx:pt>
          <cx:pt idx="123">94.633998261016927</cx:pt>
          <cx:pt idx="124">122.61474977091405</cx:pt>
          <cx:pt idx="125">107.3709742380174</cx:pt>
          <cx:pt idx="126">114.88232371258671</cx:pt>
          <cx:pt idx="127">116.290398920825</cx:pt>
          <cx:pt idx="128">76.492774325031661</cx:pt>
          <cx:pt idx="129">114.46356913399823</cx:pt>
          <cx:pt idx="130">82.462898933331104</cx:pt>
          <cx:pt idx="131">75.225500265848922</cx:pt>
          <cx:pt idx="132">107.31408656506657</cx:pt>
          <cx:pt idx="133">67.080132965511183</cx:pt>
          <cx:pt idx="134">120.81080733342516</cx:pt>
          <cx:pt idx="135">102.44963378786461</cx:pt>
          <cx:pt idx="136">98.392462853230782</cx:pt>
          <cx:pt idx="137">87.183286701694996</cx:pt>
          <cx:pt idx="138">128.82681570643328</cx:pt>
          <cx:pt idx="139">81.878962691905002</cx:pt>
          <cx:pt idx="140">106.18624581423896</cx:pt>
          <cx:pt idx="141">92.353575377756798</cx:pt>
          <cx:pt idx="142">85.248176250020634</cx:pt>
          <cx:pt idx="143">100.60465231559608</cx:pt>
          <cx:pt idx="144">76.365886510403968</cx:pt>
          <cx:pt idx="145">124.69200186542574</cx:pt>
          <cx:pt idx="146">96.968182217559928</cx:pt>
          <cx:pt idx="147">117.05805188142388</cx:pt>
          <cx:pt idx="148">119.39669182292452</cx:pt>
          <cx:pt idx="149">111.09325012225213</cx:pt>
          <cx:pt idx="150">87.293574154720659</cx:pt>
          <cx:pt idx="151">115.5455604153983</cx:pt>
          <cx:pt idx="152">84.615734749820319</cx:pt>
          <cx:pt idx="153">101.65328322789446</cx:pt>
          <cx:pt idx="154">95.753676072277486</cx:pt>
          <cx:pt idx="155">133.0922441534924</cx:pt>
          <cx:pt idx="156">132.78259481304661</cx:pt>
          <cx:pt idx="157">113.97247594806871</cx:pt>
          <cx:pt idx="158">133.13426057256152</cx:pt>
          <cx:pt idx="159">129.25680964621046</cx:pt>
          <cx:pt idx="160">85.152171654660037</cx:pt>
          <cx:pt idx="161">117.08991529086875</cx:pt>
          <cx:pt idx="162">92.596226992620771</cx:pt>
          <cx:pt idx="163">70.584973396048298</cx:pt>
          <cx:pt idx="164">120.98136117996751</cx:pt>
          <cx:pt idx="165">62.729229014134312</cx:pt>
          <cx:pt idx="166">83.6555688309044</cx:pt>
          <cx:pt idx="167">67.633987400965452</cx:pt>
          <cx:pt idx="168">103.97534226846035</cx:pt>
          <cx:pt idx="169">142.09358963720624</cx:pt>
          <cx:pt idx="170">90.843490355325386</cx:pt>
          <cx:pt idx="171">85.044530829939816</cx:pt>
          <cx:pt idx="172">118.30515566787101</cx:pt>
          <cx:pt idx="173">58.563314202384404</cx:pt>
          <cx:pt idx="174">107.6355279148778</cx:pt>
          <cx:pt idx="175">68.936788692464262</cx:pt>
          <cx:pt idx="176">87.119493548575718</cx:pt>
          <cx:pt idx="177">92.689662392830797</cx:pt>
          <cx:pt idx="178">103.56657616545304</cx:pt>
          <cx:pt idx="179">132.57590182753958</cx:pt>
          <cx:pt idx="180">97.627446935449171</cx:pt>
          <cx:pt idx="181">125.53440708506196</cx:pt>
          <cx:pt idx="182">87.722989490856222</cx:pt>
          <cx:pt idx="183">100.21701460634767</cx:pt>
          <cx:pt idx="184">52.743245989882297</cx:pt>
          <cx:pt idx="185">100.3211979883589</cx:pt>
          <cx:pt idx="186">108.88673541772108</cx:pt>
          <cx:pt idx="187">88.498489440796703</cx:pt>
          <cx:pt idx="188">80.627614688661339</cx:pt>
          <cx:pt idx="189">91.306808177373824</cx:pt>
          <cx:pt idx="190">109.4476933072965</cx:pt>
          <cx:pt idx="191">103.33442708074988</cx:pt>
          <cx:pt idx="192">72.198055350962704</cx:pt>
          <cx:pt idx="193">113.84868899282398</cx:pt>
          <cx:pt idx="194">120.7531672090519</cx:pt>
          <cx:pt idx="195">97.990727889020874</cx:pt>
          <cx:pt idx="196">92.697304701647639</cx:pt>
          <cx:pt idx="197">120.56019977705044</cx:pt>
          <cx:pt idx="198">124.41792166693588</cx:pt>
          <cx:pt idx="199">79.027273591797965</cx:pt>
          <cx:pt idx="200">67.478142187156379</cx:pt>
          <cx:pt idx="201">136.06840590260384</cx:pt>
          <cx:pt idx="202">80.826364142610501</cx:pt>
          <cx:pt idx="203">116.34219808328452</cx:pt>
          <cx:pt idx="204">120.19436857575836</cx:pt>
          <cx:pt idx="205">109.57602962436471</cx:pt>
          <cx:pt idx="206">56.667584374600509</cx:pt>
          <cx:pt idx="207">110.17604231119479</cx:pt>
          <cx:pt idx="208">104.24750482833016</cx:pt>
          <cx:pt idx="209">92.192112595394633</cx:pt>
          <cx:pt idx="210">113.4030025126489</cx:pt>
          <cx:pt idx="211">117.39687402473177</cx:pt>
          <cx:pt idx="212">96.430608613655409</cx:pt>
          <cx:pt idx="213">111.28940845552094</cx:pt>
          <cx:pt idx="214">136.47726808864803</cx:pt>
          <cx:pt idx="215">83.134422120886768</cx:pt>
          <cx:pt idx="216">118.67483921665851</cx:pt>
          <cx:pt idx="217">117.91058217397597</cx:pt>
          <cx:pt idx="218">88.466942081769048</cx:pt>
          <cx:pt idx="219">58.521591018659997</cx:pt>
          <cx:pt idx="220">90.835956782674003</cx:pt>
          <cx:pt idx="221">124.90634275489468</cx:pt>
          <cx:pt idx="222">81.099674699501094</cx:pt>
          <cx:pt idx="223">102.25939051228652</cx:pt>
          <cx:pt idx="224">79.018590649204981</cx:pt>
          <cx:pt idx="225">154.74894226947376</cx:pt>
          <cx:pt idx="226">80.72509087161427</cx:pt>
          <cx:pt idx="227">62.364811179885073</cx:pt>
          <cx:pt idx="228">99.216588860174966</cx:pt>
          <cx:pt idx="229">125.48142302803342</cx:pt>
          <cx:pt idx="230">80.653040834572096</cx:pt>
          <cx:pt idx="231">100.18854683929862</cx:pt>
          <cx:pt idx="232">94.483522554497682</cx:pt>
          <cx:pt idx="233">89.703457081588525</cx:pt>
          <cx:pt idx="234">72.601852446586662</cx:pt>
          <cx:pt idx="235">105.20093551840272</cx:pt>
          <cx:pt idx="236">99.456688443634107</cx:pt>
          <cx:pt idx="237">113.01322068562308</cx:pt>
          <cx:pt idx="238">96.284259073431855</cx:pt>
          <cx:pt idx="239">107.96186525363474</cx:pt>
          <cx:pt idx="240">102.68345770454333</cx:pt>
          <cx:pt idx="241">86.772916283847024</cx:pt>
          <cx:pt idx="242">72.994916513587469</cx:pt>
          <cx:pt idx="243">98.644588858956652</cx:pt>
          <cx:pt idx="244">107.43965362043191</cx:pt>
          <cx:pt idx="245">81.842015067370824</cx:pt>
          <cx:pt idx="246">76.698617479793157</cx:pt>
          <cx:pt idx="247">85.655636444365626</cx:pt>
          <cx:pt idx="248">101.42625398524352</cx:pt>
          <cx:pt idx="249">79.161974845323499</cx:pt>
        </cx:lvl>
      </cx:numDim>
    </cx:data>
  </cx:chartData>
  <cx:chart>
    <cx:plotArea>
      <cx:plotAreaRegion>
        <cx:series layoutId="clusteredColumn" uniqueId="{D1EBA089-BD12-40A0-9899-938BA259968B}">
          <cx:dataId val="0"/>
          <cx:layoutPr>
            <cx:binning intervalClosed="r">
              <cx:binCount val="20"/>
            </cx:binning>
          </cx:layoutPr>
        </cx:series>
      </cx:plotAreaRegion>
      <cx:axis id="0">
        <cx:catScaling gapWidth="0"/>
        <cx:tickLabels/>
      </cx:axis>
      <cx:axis id="1">
        <cx:valScaling/>
        <cx:majorGridlines/>
        <cx:tickLabels/>
      </cx:axis>
    </cx:plotArea>
  </cx:chart>
</cx:chartSpace>
</file>

<file path=ppt/charts/chartEx3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numDim type="val">
        <cx:f>Sheet2!$A$1:$A$250</cx:f>
        <cx:lvl ptCount="250" formatCode="General">
          <cx:pt idx="1">60.056564200508141</cx:pt>
          <cx:pt idx="2">113.70687989902409</cx:pt>
          <cx:pt idx="3">97.591381403079083</cx:pt>
          <cx:pt idx="4">99.122436658712218</cx:pt>
          <cx:pt idx="5">95.102178336273766</cx:pt>
          <cx:pt idx="6">83.578844393112604</cx:pt>
          <cx:pt idx="7">102.44656716478171</cx:pt>
          <cx:pt idx="8">47.766960484925647</cx:pt>
          <cx:pt idx="9">89.446495970998669</cx:pt>
          <cx:pt idx="10">106.77680117693002</cx:pt>
          <cx:pt idx="11">107.83549400668691</cx:pt>
          <cx:pt idx="12">127.62077131844607</cx:pt>
          <cx:pt idx="13">96.639054124368272</cx:pt>
          <cx:pt idx="14">66.808680272733895</cx:pt>
          <cx:pt idx="15">89.178430010562025</cx:pt>
          <cx:pt idx="16">81.126795046056216</cx:pt>
          <cx:pt idx="17">112.68219835647102</cx:pt>
          <cx:pt idx="18">123.90770796098775</cx:pt>
          <cx:pt idx="19">85.852334219081527</cx:pt>
          <cx:pt idx="20">131.53521581752443</cx:pt>
          <cx:pt idx="21">112.35634251787205</cx:pt>
          <cx:pt idx="22">94.401880562510939</cx:pt>
          <cx:pt idx="23">101.90795389695508</cx:pt>
          <cx:pt idx="24">98.059278760833038</cx:pt>
          <cx:pt idx="25">96.6187991187942</cx:pt>
          <cx:pt idx="26">112.10129015642138</cx:pt>
          <cx:pt idx="27">150.46382694466553</cx:pt>
          <cx:pt idx="28">119.11677303958953</cx:pt>
          <cx:pt idx="29">96.689054232842253</cx:pt>
          <cx:pt idx="30">82.530831351500993</cx:pt>
          <cx:pt idx="31">102.70932087330074</cx:pt>
          <cx:pt idx="32">115.30416746309909</cx:pt>
          <cx:pt idx="33">79.715993238836163</cx:pt>
          <cx:pt idx="34">123.59978384402922</cx:pt>
          <cx:pt idx="35">82.475908445289264</cx:pt>
          <cx:pt idx="36">105.90274220666927</cx:pt>
          <cx:pt idx="37">95.814772581680515</cx:pt>
          <cx:pt idx="38">76.996145222430727</cx:pt>
          <cx:pt idx="39">124.67288328394676</cx:pt>
          <cx:pt idx="40">104.85322948665166</cx:pt>
          <cx:pt idx="41">118.41148414960057</cx:pt>
          <cx:pt idx="42">136.94201831364731</cx:pt>
          <cx:pt idx="43">89.913202118893324</cx:pt>
          <cx:pt idx="44">85.401174948850226</cx:pt>
          <cx:pt idx="45">59.265252730529134</cx:pt>
          <cx:pt idx="46">93.614436398830122</cx:pt>
          <cx:pt idx="47">91.213882874424328</cx:pt>
          <cx:pt idx="48">123.52227788715403</cx:pt>
          <cx:pt idx="49">104.83271595063154</cx:pt>
          <cx:pt idx="50">117.16745925217447</cx:pt>
          <cx:pt idx="51">95.042724311620304</cx:pt>
          <cx:pt idx="52">108.88955497004287</cx:pt>
          <cx:pt idx="53">117.23838858013167</cx:pt>
          <cx:pt idx="54">96.096737184126496</cx:pt>
          <cx:pt idx="55">96.462835801053117</cx:pt>
          <cx:pt idx="56">88.905900829714085</cx:pt>
          <cx:pt idx="57">84.872968230464565</cx:pt>
          <cx:pt idx="58">95.16215256168411</cx:pt>
          <cx:pt idx="59">109.01160293553171</cx:pt>
          <cx:pt idx="60">121.072697546444</cx:pt>
          <cx:pt idx="61">112.18704871231854</cx:pt>
          <cx:pt idx="62">102.79118243519353</cx:pt>
          <cx:pt idx="63">108.00434701354459</cx:pt>
          <cx:pt idx="64">100.22570958449955</cx:pt>
          <cx:pt idx="65">99.453991428004414</cx:pt>
          <cx:pt idx="66">113.15460505442979</cx:pt>
          <cx:pt idx="67">99.4461144861869</cx:pt>
          <cx:pt idx="68">123.31082785936485</cx:pt>
          <cx:pt idx="69">63.729237508516725</cx:pt>
          <cx:pt idx="70">65.779316997120475</cx:pt>
          <cx:pt idx="71">101.21568141914591</cx:pt>
          <cx:pt idx="72">78.797133167848045</cx:pt>
          <cx:pt idx="73">98.51493235384693</cx:pt>
          <cx:pt idx="74">45.644546926415359</cx:pt>
          <cx:pt idx="75">115.24678573485127</cx:pt>
          <cx:pt idx="76">63.259936805535489</cx:pt>
          <cx:pt idx="77">74.699693684948386</cx:pt>
          <cx:pt idx="78">115.57089502480039</cx:pt>
          <cx:pt idx="79">106.25440051942222</cx:pt>
          <cx:pt idx="80">110.23061930790077</cx:pt>
          <cx:pt idx="81">104.58484046247999</cx:pt>
          <cx:pt idx="82">108.10032082935081</cx:pt>
          <cx:pt idx="83">103.09376599037218</cx:pt>
          <cx:pt idx="84">99.176890089736148</cx:pt>
          <cx:pt idx="85">117.595912658684</cx:pt>
          <cx:pt idx="86">107.90641231404817</cx:pt>
          <cx:pt idx="87">102.73700352078544</cx:pt>
          <cx:pt idx="88">122.85970629494633</cx:pt>
          <cx:pt idx="89">157.88267733110743</cx:pt>
          <cx:pt idx="90">119.46119237761975</cx:pt>
          <cx:pt idx="91">73.243350389961151</cx:pt>
          <cx:pt idx="92">125.91409113054004</cx:pt>
          <cx:pt idx="93">119.35464659692374</cx:pt>
          <cx:pt idx="94">93.243877847940254</cx:pt>
          <cx:pt idx="95">129.7615083558378</cx:pt>
          <cx:pt idx="96">98.110880829509881</cx:pt>
          <cx:pt idx="97">71.992653669990574</cx:pt>
          <cx:pt idx="98">95.996789241802318</cx:pt>
          <cx:pt idx="99">107.45711792260485</cx:pt>
          <cx:pt idx="100">99.984810085190659</cx:pt>
          <cx:pt idx="101">99.596560855692076</cx:pt>
          <cx:pt idx="102">130.86868924416584</cx:pt>
          <cx:pt idx="103">103.23590097008589</cx:pt>
          <cx:pt idx="104">69.877497778602958</cx:pt>
          <cx:pt idx="105">128.74976856412934</cx:pt>
          <cx:pt idx="106">105.73578272162239</cx:pt>
          <cx:pt idx="107">110.76376368940998</cx:pt>
          <cx:pt idx="108">118.14954461268758</cx:pt>
          <cx:pt idx="109">79.439948739583684</cx:pt>
          <cx:pt idx="110">106.16496376081642</cx:pt>
          <cx:pt idx="111">125.81233490784231</cx:pt>
          <cx:pt idx="112">94.334327273259674</cx:pt>
          <cx:pt idx="113">117.93791445340375</cx:pt>
          <cx:pt idx="114">125.84060725604863</cx:pt>
          <cx:pt idx="115">117.23455027529924</cx:pt>
          <cx:pt idx="116">94.30603305456286</cx:pt>
          <cx:pt idx="117">100.49161103894225</cx:pt>
          <cx:pt idx="118">122.04180700165716</cx:pt>
          <cx:pt idx="119">110.08883198397704</cx:pt>
          <cx:pt idx="120">95.459774403299974</cx:pt>
          <cx:pt idx="121">100.32881444957333</cx:pt>
          <cx:pt idx="122">73.33315335796685</cx:pt>
          <cx:pt idx="123">110.92031212746512</cx:pt>
          <cx:pt idx="124">111.48369464564098</cx:pt>
          <cx:pt idx="125">78.133580642884539</cx:pt>
          <cx:pt idx="126">94.585602946524901</cx:pt>
          <cx:pt idx="127">69.702924358615888</cx:pt>
          <cx:pt idx="128">96.380057851314817</cx:pt>
          <cx:pt idx="129">112.0399498836981</cx:pt>
          <cx:pt idx="130">79.775020324219412</cx:pt>
          <cx:pt idx="131">80.551987840886767</cx:pt>
          <cx:pt idx="132">107.11213919901355</cx:pt>
          <cx:pt idx="133">117.14027126259417</cx:pt>
          <cx:pt idx="134">128.39262401863482</cx:pt>
          <cx:pt idx="135">82.989927424406687</cx:pt>
          <cx:pt idx="136">89.042436254115771</cx:pt>
          <cx:pt idx="137">114.04882061543429</cx:pt>
          <cx:pt idx="138">104.01208127885911</cx:pt>
          <cx:pt idx="139">99.277301349728674</cx:pt>
          <cx:pt idx="140">105.21285002403528</cx:pt>
          <cx:pt idx="141">84.439780517373677</cx:pt>
          <cx:pt idx="142">70.300595592102198</cx:pt>
          <cx:pt idx="143">120.76700917913828</cx:pt>
          <cx:pt idx="144">120.24393714359731</cx:pt>
          <cx:pt idx="145">80.361940695757056</cx:pt>
          <cx:pt idx="146">81.000818719954225</cx:pt>
          <cx:pt idx="147">89.783999174241245</cx:pt>
          <cx:pt idx="148">75.059567777105741</cx:pt>
          <cx:pt idx="149">83.438071931431608</cx:pt>
          <cx:pt idx="150">103.26281707434599</cx:pt>
          <cx:pt idx="151">77.317986134070154</cx:pt>
          <cx:pt idx="152">85.914268966664196</cx:pt>
          <cx:pt idx="153">81.227039304379744</cx:pt>
          <cx:pt idx="154">106.5258447635311</cx:pt>
          <cx:pt idx="155">84.442654439817659</cx:pt>
          <cx:pt idx="156">129.71577923473885</cx:pt>
          <cx:pt idx="157">112.56179482963438</cx:pt>
          <cx:pt idx="158">94.384719428598601</cx:pt>
          <cx:pt idx="159">103.4280652259669</cx:pt>
          <cx:pt idx="160">87.790939232707942</cx:pt>
          <cx:pt idx="161">85.114094500287919</cx:pt>
          <cx:pt idx="162">71.777461406082409</cx:pt>
          <cx:pt idx="163">83.381636604315716</cx:pt>
          <cx:pt idx="164">63.342766776980284</cx:pt>
          <cx:pt idx="165">77.747138053243773</cx:pt>
          <cx:pt idx="166">87.713532370882604</cx:pt>
          <cx:pt idx="167">98.791510198498742</cx:pt>
          <cx:pt idx="168">104.70204732231096</cx:pt>
          <cx:pt idx="169">130.5560006631776</cx:pt>
          <cx:pt idx="170">87.201373729211809</cx:pt>
          <cx:pt idx="171">101.7315513715839</cx:pt>
          <cx:pt idx="172">89.102950600169606</cx:pt>
          <cx:pt idx="173">154.08789661531682</cx:pt>
          <cx:pt idx="174">93.102351811004795</cx:pt>
          <cx:pt idx="175">115.84443286733513</cx:pt>
          <cx:pt idx="176">112.62667098247327</cx:pt>
          <cx:pt idx="177">138.73819187902183</cx:pt>
          <cx:pt idx="178">127.07281881909529</cx:pt>
          <cx:pt idx="179">111.19518745744401</cx:pt>
          <cx:pt idx="180">58.549588005875776</cx:pt>
          <cx:pt idx="181">40.964170211938118</cx:pt>
          <cx:pt idx="182">103.67088800308775</cx:pt>
          <cx:pt idx="183">122.04764858545585</cx:pt>
          <cx:pt idx="184">78.97497230315625</cx:pt>
          <cx:pt idx="185">95.11524434847972</cx:pt>
          <cx:pt idx="186">72.856023667647761</cx:pt>
          <cx:pt idx="187">76.965856673926965</cx:pt>
          <cx:pt idx="188">143.43508823033267</cx:pt>
          <cx:pt idx="189">122.14771900870238</cx:pt>
          <cx:pt idx="190">153.52930541094199</cx:pt>
          <cx:pt idx="191">82.899833430636008</cx:pt>
          <cx:pt idx="192">86.165556247929842</cx:pt>
          <cx:pt idx="193">95.73124879502042</cx:pt>
          <cx:pt idx="194">100.00084061201993</cx:pt>
          <cx:pt idx="195">103.80928333079171</cx:pt>
          <cx:pt idx="196">90.37486222766006</cx:pt>
          <cx:pt idx="197">84.903012405554406</cx:pt>
          <cx:pt idx="198">74.056224317425929</cx:pt>
          <cx:pt idx="199">101.15952491152113</cx:pt>
          <cx:pt idx="200">78.458457401145864</cx:pt>
          <cx:pt idx="201">143.3448020685679</cx:pt>
          <cx:pt idx="202">90.312376449439725</cx:pt>
          <cx:pt idx="203">96.926927104410424</cx:pt>
          <cx:pt idx="204">125.37647923590583</cx:pt>
          <cx:pt idx="205">69.848689918033031</cx:pt>
          <cx:pt idx="206">139.70309640219978</cx:pt>
          <cx:pt idx="207">110.02813275836721</cx:pt>
          <cx:pt idx="208">127.41875153302345</cx:pt>
          <cx:pt idx="209">122.72185050293268</cx:pt>
          <cx:pt idx="210">131.52258525502347</cx:pt>
          <cx:pt idx="211">98.747765442265973</cx:pt>
          <cx:pt idx="212">77.110276057267228</cx:pt>
          <cx:pt idx="213">104.13732218870696</cx:pt>
          <cx:pt idx="214">107.30288631791717</cx:pt>
          <cx:pt idx="215">119.47360969893262</cx:pt>
          <cx:pt idx="216">140.61363264561521</cx:pt>
          <cx:pt idx="217">105.7896300160927</cx:pt>
          <cx:pt idx="218">76.451102234970222</cx:pt>
          <cx:pt idx="219">117.72557670586227</cx:pt>
          <cx:pt idx="220">106.29308187737151</cx:pt>
          <cx:pt idx="221">105.72243493141856</cx:pt>
          <cx:pt idx="222">84.562386891377727</cx:pt>
          <cx:pt idx="223">72.777592733320787</cx:pt>
          <cx:pt idx="224">107.77846641772587</cx:pt>
          <cx:pt idx="225">115.50995090507622</cx:pt>
          <cx:pt idx="226">108.54309745989968</cx:pt>
          <cx:pt idx="227">130.90088976436428</cx:pt>
          <cx:pt idx="228">117.30474539474071</cx:pt>
          <cx:pt idx="229">95.691851007320366</cx:pt>
          <cx:pt idx="230">73.181894373264967</cx:pt>
          <cx:pt idx="231">111.74378517528842</cx:pt>
          <cx:pt idx="232">90.262920603178358</cx:pt>
          <cx:pt idx="233">64.57366340773045</cx:pt>
          <cx:pt idx="234">110.56233740590382</cx:pt>
          <cx:pt idx="235">114.42736141054517</cx:pt>
          <cx:pt idx="236">104.22772964388476</cx:pt>
          <cx:pt idx="237">95.907564775280647</cx:pt>
          <cx:pt idx="238">81.011993999226178</cx:pt>
          <cx:pt idx="239">73.802396925053486</cx:pt>
          <cx:pt idx="240">99.021581921445161</cx:pt>
          <cx:pt idx="241">92.587654573423748</cx:pt>
          <cx:pt idx="242">157.41259302547533</cx:pt>
          <cx:pt idx="243">101.7525399917191</cx:pt>
          <cx:pt idx="244">109.98624032913311</cx:pt>
          <cx:pt idx="245">137.17619953061097</cx:pt>
          <cx:pt idx="246">93.727462513097365</cx:pt>
          <cx:pt idx="247">95.622286135178172</cx:pt>
          <cx:pt idx="248">96.959010526877336</cx:pt>
          <cx:pt idx="249">94.818284750644409</cx:pt>
        </cx:lvl>
      </cx:numDim>
    </cx:data>
  </cx:chartData>
  <cx:chart>
    <cx:title pos="t" align="ctr" overlay="0">
      <cx:txPr>
        <a:bodyPr spcFirstLastPara="1" vertOverflow="ellipsis" horzOverflow="overflow" wrap="square" lIns="0" tIns="0" rIns="0" bIns="0" anchor="ctr" anchorCtr="1"/>
        <a:lstStyle/>
        <a:p>
          <a:pPr algn="ctr" rtl="0">
            <a:defRPr/>
          </a:pPr>
          <a:endParaRPr lang="en-US" sz="1400" b="0" i="0" u="none" strike="noStrike" baseline="0" dirty="0">
            <a:solidFill>
              <a:prstClr val="black">
                <a:lumMod val="65000"/>
                <a:lumOff val="35000"/>
              </a:prstClr>
            </a:solidFill>
            <a:latin typeface="Calibri" panose="020F0502020204030204"/>
          </a:endParaRPr>
        </a:p>
      </cx:txPr>
    </cx:title>
    <cx:plotArea>
      <cx:plotAreaRegion>
        <cx:series layoutId="clusteredColumn" uniqueId="{9ABFA3F2-B142-4ADD-841C-390EB797D8CF}">
          <cx:dataId val="0"/>
          <cx:layoutPr>
            <cx:binning intervalClosed="r"/>
          </cx:layoutPr>
        </cx:series>
      </cx:plotAreaRegion>
      <cx:axis id="0">
        <cx:catScaling gapWidth="0"/>
        <cx:tickLabels/>
      </cx:axis>
      <cx:axis id="1">
        <cx:valScaling/>
        <cx:majorGridlines/>
        <cx:tickLabels/>
      </cx:axis>
    </cx:plotArea>
  </cx:chart>
</cx:chartSpace>
</file>

<file path=ppt/charts/chartEx4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numDim type="val">
        <cx:f>Sheet2!$O$2:$O$291</cx:f>
        <cx:lvl ptCount="290" formatCode="General">
          <cx:pt idx="0">9.534336550323582</cx:pt>
          <cx:pt idx="1">10.141924416550211</cx:pt>
          <cx:pt idx="2">8.7055438818404483</cx:pt>
          <cx:pt idx="3">10.904247826506561</cx:pt>
          <cx:pt idx="4">10.252711886181782</cx:pt>
          <cx:pt idx="5">9.3274717531722242</cx:pt>
          <cx:pt idx="6">10.655577049979017</cx:pt>
          <cx:pt idx="7">9.3399657447217788</cx:pt>
          <cx:pt idx="8">9.9286569142809924</cx:pt>
          <cx:pt idx="9">10.860886991393192</cx:pt>
          <cx:pt idx="10">9.1040255901354552</cx:pt>
          <cx:pt idx="11">9.9396928492488659</cx:pt>
          <cx:pt idx="12">10.22424756628625</cx:pt>
          <cx:pt idx="13">9.3256461636095711</cx:pt>
          <cx:pt idx="14">9.1458601693358048</cx:pt>
          <cx:pt idx="15">9.6104755958579382</cx:pt>
          <cx:pt idx="16">10.331412405038177</cx:pt>
          <cx:pt idx="17">9.4944805592136632</cx:pt>
          <cx:pt idx="18">11.155386004000606</cx:pt>
          <cx:pt idx="19">10.647523660495896</cx:pt>
          <cx:pt idx="20">9.2874869124172026</cx:pt>
          <cx:pt idx="21">9.9362983793289015</cx:pt>
          <cx:pt idx="22">8.7599357561938227</cx:pt>
          <cx:pt idx="23">10.666870743762502</cx:pt>
          <cx:pt idx="24">10.314889196557463</cx:pt>
          <cx:pt idx="25">10.14379134128265</cx:pt>
          <cx:pt idx="26">10.956314581811869</cx:pt>
          <cx:pt idx="27">9.0310729429860057</cx:pt>
          <cx:pt idx="28">8.4001740118787183</cx:pt>
          <cx:pt idx="29">9.840883027200281</cx:pt>
          <cx:pt idx="30">11.250164512542675</cx:pt>
          <cx:pt idx="31">9.4309769203020632</cx:pt>
          <cx:pt idx="32">11.184641386605072</cx:pt>
          <cx:pt idx="33">10.078542135311169</cx:pt>
          <cx:pt idx="34">10.365134903261065</cx:pt>
          <cx:pt idx="35">9.0445831832880366</cx:pt>
          <cx:pt idx="36">11.155672648150713</cx:pt>
          <cx:pt idx="37">9.1541039613157409</cx:pt>
          <cx:pt idx="38">9.9515666179653444</cx:pt>
          <cx:pt idx="39">10.990129833152821</cx:pt>
          <cx:pt idx="40">9.9697655085798509</cx:pt>
          <cx:pt idx="41">10.435691658648308</cx:pt>
          <cx:pt idx="42">10.694773444257239</cx:pt>
          <cx:pt idx="43">9.095384155838893</cx:pt>
          <cx:pt idx="44">10.796081681230213</cx:pt>
          <cx:pt idx="45">9.5548175920558887</cx:pt>
          <cx:pt idx="46">9.7766643793145249</cx:pt>
          <cx:pt idx="47">9.4521432081956895</cx:pt>
          <cx:pt idx="48">10.547200268332807</cx:pt>
          <cx:pt idx="49">10.646005427519087</cx:pt>
          <cx:pt idx="50">10.289735896404537</cx:pt>
          <cx:pt idx="51">10.355473464117798</cx:pt>
          <cx:pt idx="52">10.391295436095499</cx:pt>
          <cx:pt idx="53">10.451698983061332</cx:pt>
          <cx:pt idx="54">20.31688548267886</cx:pt>
          <cx:pt idx="55">18.663996106290398</cx:pt>
          <cx:pt idx="56">19.133149031142128</cx:pt>
          <cx:pt idx="57">19.347896767062316</cx:pt>
          <cx:pt idx="58">18.193097000817513</cx:pt>
          <cx:pt idx="59">19.667743653738842</cx:pt>
          <cx:pt idx="60">19.030326787233697</cx:pt>
          <cx:pt idx="61">18.232178138245725</cx:pt>
          <cx:pt idx="62">18.261701478618829</cx:pt>
          <cx:pt idx="63">22.463926840683026</cx:pt>
          <cx:pt idx="64">19.732486759742386</cx:pt>
          <cx:pt idx="65">19.063248212577136</cx:pt>
          <cx:pt idx="66">28.296727355690081</cx:pt>
          <cx:pt idx="67">28.973532599142253</cx:pt>
          <cx:pt idx="68">29.489060405434948</cx:pt>
          <cx:pt idx="69">31.083622275606231</cx:pt>
          <cx:pt idx="70">30.560709655656566</cx:pt>
          <cx:pt idx="71">30.381024088612094</cx:pt>
          <cx:pt idx="72">29.678541784878721</cx:pt>
          <cx:pt idx="73">28.733423825634091</cx:pt>
          <cx:pt idx="74">28.55270045087407</cx:pt>
          <cx:pt idx="75">28.074735539445872</cx:pt>
          <cx:pt idx="76">32.452474002590591</cx:pt>
          <cx:pt idx="77">37.868657709049302</cx:pt>
          <cx:pt idx="78">38.645075460204495</cx:pt>
          <cx:pt idx="79">41.148494112473017</cx:pt>
          <cx:pt idx="80">42.905103713373165</cx:pt>
          <cx:pt idx="81">40.856135427577989</cx:pt>
          <cx:pt idx="82">38.781466535577778</cx:pt>
          <cx:pt idx="83">44.049669241873524</cx:pt>
          <cx:pt idx="84">43.381597189111375</cx:pt>
          <cx:pt idx="85">37.879608327169514</cx:pt>
          <cx:pt idx="86">34.518499541415082</cx:pt>
          <cx:pt idx="87">37.443422914734725</cx:pt>
          <cx:pt idx="88">38.112839593963706</cx:pt>
          <cx:pt idx="89">43.172475422706796</cx:pt>
          <cx:pt idx="90">33.361235652634804</cx:pt>
          <cx:pt idx="91">42.477351929691082</cx:pt>
          <cx:pt idx="92">37.553986378510771</cx:pt>
          <cx:pt idx="93">40.06384408023446</cx:pt>
          <cx:pt idx="94">39.752854130017049</cx:pt>
          <cx:pt idx="95">39.037983078187651</cx:pt>
          <cx:pt idx="96">35.625644476988818</cx:pt>
          <cx:pt idx="97">72.405285028337275</cx:pt>
          <cx:pt idx="98">70.995089483817367</cx:pt>
          <cx:pt idx="99">67.137709791318642</cx:pt>
          <cx:pt idx="100">72.95329729996547</cx:pt>
          <cx:pt idx="101">70.906779043267278</cx:pt>
          <cx:pt idx="102">76.146393623206819</cx:pt>
          <cx:pt idx="103">73.387762710003116</cx:pt>
          <cx:pt idx="104">66.574859832420614</cx:pt>
          <cx:pt idx="105">73.423047163307672</cx:pt>
          <cx:pt idx="106">61.039201419513006</cx:pt>
          <cx:pt idx="107">68.010419917912444</cx:pt>
          <cx:pt idx="108">66.349087179728016</cx:pt>
          <cx:pt idx="109">64.313734627285072</cx:pt>
          <cx:pt idx="110">69.433356013968634</cx:pt>
          <cx:pt idx="111">75.220432865689858</cx:pt>
          <cx:pt idx="112">68.666499534346329</cx:pt>
          <cx:pt idx="113">74.0780312424437</cx:pt>
          <cx:pt idx="114">70.27732132899024</cx:pt>
          <cx:pt idx="115">73.749069710156661</cx:pt>
          <cx:pt idx="116">73.590315818837368</cx:pt>
          <cx:pt idx="117">85.147869113204891</cx:pt>
          <cx:pt idx="118">81.106007267061756</cx:pt>
          <cx:pt idx="119">80.905276622851773</cx:pt>
          <cx:pt idx="120">78.211146551328071</cx:pt>
          <cx:pt idx="121">84.7807192298866</cx:pt>
          <cx:pt idx="122">74.002746212038119</cx:pt>
          <cx:pt idx="123">77.703453164779518</cx:pt>
          <cx:pt idx="124">76.641821905963241</cx:pt>
          <cx:pt idx="125">77.574191189006399</cx:pt>
          <cx:pt idx="126">82.560209593117321</cx:pt>
          <cx:pt idx="127">76.487033039162171</cx:pt>
          <cx:pt idx="128">79.557684225774963</cx:pt>
          <cx:pt idx="129">76.165540619389887</cx:pt>
          <cx:pt idx="130">82.844391990232353</cx:pt>
          <cx:pt idx="131">79.586781696393572</cx:pt>
          <cx:pt idx="132">80.039752730267381</cx:pt>
          <cx:pt idx="133">82.888576623626363</cx:pt>
          <cx:pt idx="134">92.429710733208552</cx:pt>
          <cx:pt idx="135">89.587188745872126</cx:pt>
          <cx:pt idx="136">93.680163915944831</cx:pt>
          <cx:pt idx="137">88.388082625860903</cx:pt>
          <cx:pt idx="138">88.935467555586058</cx:pt>
          <cx:pt idx="139">86.471632695424105</cx:pt>
          <cx:pt idx="140">96.130672172366332</cx:pt>
          <cx:pt idx="141">90.780290031569336</cx:pt>
          <cx:pt idx="142">90.873557999449758</cx:pt>
          <cx:pt idx="143">99.681635444357198</cx:pt>
          <cx:pt idx="144">102.04363509429002</cx:pt>
          <cx:pt idx="145">103.25169147028393</cx:pt>
          <cx:pt idx="146">98.567996862755891</cx:pt>
          <cx:pt idx="147">100.27368331498396</cx:pt>
          <cx:pt idx="148">99.343511697319443</cx:pt>
          <cx:pt idx="149">97.80551272105204</cx:pt>
          <cx:pt idx="150">102.43391018608897</cx:pt>
          <cx:pt idx="151">104.24528833469898</cx:pt>
          <cx:pt idx="152">104.53345709336263</cx:pt>
          <cx:pt idx="153">98.819005832081572</cx:pt>
          <cx:pt idx="154">102.49846549739075</cx:pt>
          <cx:pt idx="155">95.336653343779815</cx:pt>
          <cx:pt idx="156">100.50885982870237</cx:pt>
          <cx:pt idx="157">105.09086735213654</cx:pt>
          <cx:pt idx="158">116.0671132309367</cx:pt>
          <cx:pt idx="159">117.18661694723063</cx:pt>
          <cx:pt idx="160">118.52063765239809</cx:pt>
          <cx:pt idx="161">121.27540765248612</cx:pt>
          <cx:pt idx="162">120.75070457933516</cx:pt>
          <cx:pt idx="163">120.43431633155153</cx:pt>
          <cx:pt idx="164">123.32406024985531</cx:pt>
          <cx:pt idx="165">122.31095723048519</cx:pt>
          <cx:pt idx="166">114.41314001650252</cx:pt>
          <cx:pt idx="167">115.18444561490347</cx:pt>
          <cx:pt idx="168">123.85544937617959</cx:pt>
          <cx:pt idx="169">134.31768654126762</cx:pt>
          <cx:pt idx="170">129.41305458843703</cx:pt>
          <cx:pt idx="171">122.84113534622844</cx:pt>
          <cx:pt idx="172">135.5970756202878</cx:pt>
          <cx:pt idx="173">129.10187110509176</cx:pt>
          <cx:pt idx="174">132.52515224544874</cx:pt>
          <cx:pt idx="175">129.41430563648424</cx:pt>
          <cx:pt idx="176">134.11972648365497</cx:pt>
          <cx:pt idx="177">122.13934642102113</cx:pt>
          <cx:pt idx="178">128.68890021750161</cx:pt>
          <cx:pt idx="179">128.80324408253387</cx:pt>
          <cx:pt idx="180">124.33537118147514</cx:pt>
          <cx:pt idx="181">135.41048715521862</cx:pt>
          <cx:pt idx="182">129.71685057462827</cx:pt>
          <cx:pt idx="183">128.99256059928476</cx:pt>
          <cx:pt idx="184">131.40120248446053</cx:pt>
          <cx:pt idx="185">141.32196900750827</cx:pt>
          <cx:pt idx="186">146.52105997274202</cx:pt>
          <cx:pt idx="187">134.25088374380312</cx:pt>
          <cx:pt idx="188">140.55227932706691</cx:pt>
          <cx:pt idx="189">144.04338052652275</cx:pt>
          <cx:pt idx="190">140.19357070147251</cx:pt>
          <cx:pt idx="191">141.51375920613563</cx:pt>
          <cx:pt idx="192">143.88642910340215</cx:pt>
          <cx:pt idx="193">138.81625066069003</cx:pt>
          <cx:pt idx="194">136.78021001996177</cx:pt>
          <cx:pt idx="195">139.908693684269</cx:pt>
          <cx:pt idx="196">139.55860183203546</cx:pt>
          <cx:pt idx="197">135.65772446646696</cx:pt>
          <cx:pt idx="198">134.50411435524569</cx:pt>
          <cx:pt idx="199">139.44126935415173</cx:pt>
          <cx:pt idx="200">139.76266316139009</cx:pt>
          <cx:pt idx="201">138.40638261300563</cx:pt>
          <cx:pt idx="202">144.69180223794518</cx:pt>
          <cx:pt idx="203">153.15571433060504</cx:pt>
          <cx:pt idx="204">151.29482557644548</cx:pt>
          <cx:pt idx="205">152.95567184632876</cx:pt>
          <cx:pt idx="206">150.16886576349026</cx:pt>
          <cx:pt idx="207">151.63035388257182</cx:pt>
          <cx:pt idx="208">149.66172516228644</cx:pt>
          <cx:pt idx="209">154.61134200051026</cx:pt>
          <cx:pt idx="210">151.73216108571054</cx:pt>
          <cx:pt idx="211">158.34447508949881</cx:pt>
          <cx:pt idx="212">163.00300812717165</cx:pt>
          <cx:pt idx="213">156.74644757559957</cx:pt>
          <cx:pt idx="214">161.27799830542355</cx:pt>
          <cx:pt idx="215">166.93711459715172</cx:pt>
          <cx:pt idx="216">159.43948630474094</cx:pt>
          <cx:pt idx="217">155.31924964786757</cx:pt>
          <cx:pt idx="218">157.61188862212543</cx:pt>
          <cx:pt idx="219">165.95013577137169</cx:pt>
          <cx:pt idx="220">160.6867101753831</cx:pt>
          <cx:pt idx="221">162.66815656957556</cx:pt>
          <cx:pt idx="222">160.75404152447737</cx:pt>
          <cx:pt idx="223">153.81552915130683</cx:pt>
          <cx:pt idx="224">162.25040685918975</cx:pt>
          <cx:pt idx="225">162.77307394014434</cx:pt>
          <cx:pt idx="226">159.55362761388432</cx:pt>
          <cx:pt idx="227">163.28978575015796</cx:pt>
          <cx:pt idx="228">170.56692682405151</cx:pt>
          <cx:pt idx="229">173.54175714700764</cx:pt>
          <cx:pt idx="230">168.78262988528283</cx:pt>
          <cx:pt idx="231">170.29554791836304</cx:pt>
          <cx:pt idx="232">165.17428611437143</cx:pt>
          <cx:pt idx="233">169.14452910276378</cx:pt>
          <cx:pt idx="234">177.88413839078393</cx:pt>
          <cx:pt idx="235">167.32808485598846</cx:pt>
          <cx:pt idx="236">169.12889280121567</cx:pt>
          <cx:pt idx="237">172.71082001215922</cx:pt>
          <cx:pt idx="238">165.19310271579334</cx:pt>
          <cx:pt idx="239">169.29655507420591</cx:pt>
          <cx:pt idx="240">170.11061820531836</cx:pt>
          <cx:pt idx="241">171.28841405442861</cx:pt>
          <cx:pt idx="242">168.96158767105868</cx:pt>
          <cx:pt idx="243">177.49602490700426</cx:pt>
          <cx:pt idx="244">176.72366650952367</cx:pt>
          <cx:pt idx="245">175.58228028856226</cx:pt>
          <cx:pt idx="246">180.37304269425562</cx:pt>
          <cx:pt idx="247">181.33019083427234</cx:pt>
          <cx:pt idx="248">183.00837091879177</cx:pt>
          <cx:pt idx="249">181.40296623575489</cx:pt>
        </cx:lvl>
      </cx:numDim>
    </cx:data>
  </cx:chartData>
  <cx:chart>
    <cx:plotArea>
      <cx:plotAreaRegion>
        <cx:series layoutId="clusteredColumn" uniqueId="{9EBAF2E6-8B30-4527-BBDB-1C1194C8224A}">
          <cx:tx>
            <cx:txData>
              <cx:f>Sheet2!$O$1</cx:f>
              <cx:v/>
            </cx:txData>
          </cx:tx>
          <cx:dataId val="0"/>
          <cx:layoutPr>
            <cx:binning intervalClosed="r">
              <cx:binCount val="10"/>
            </cx:binning>
          </cx:layoutPr>
        </cx:series>
      </cx:plotAreaRegion>
      <cx:axis id="0">
        <cx:catScaling gapWidth="0"/>
        <cx:tickLabels/>
      </cx:axis>
      <cx:axis id="1">
        <cx:valScaling/>
        <cx:majorGridlines/>
        <cx:tickLabels/>
      </cx:axis>
    </cx:plotArea>
  </cx:chart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36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36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36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charts/style9.xml><?xml version="1.0" encoding="utf-8"?>
<cs:chartStyle xmlns:cs="http://schemas.microsoft.com/office/drawing/2012/chartStyle" xmlns:a="http://schemas.openxmlformats.org/drawingml/2006/main" id="36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charts/style1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2D355C4-97C8-43DC-96C4-E443FF98B80A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F153CB55-16F1-4CCE-B678-C167815A44BF}">
      <dgm:prSet custT="1"/>
      <dgm:spPr/>
      <dgm:t>
        <a:bodyPr/>
        <a:lstStyle/>
        <a:p>
          <a:pPr>
            <a:defRPr b="1"/>
          </a:pPr>
          <a:r>
            <a:rPr lang="en-GB" sz="2400" dirty="0"/>
            <a:t>Types of Variable</a:t>
          </a:r>
          <a:endParaRPr lang="en-US" sz="2400" dirty="0"/>
        </a:p>
      </dgm:t>
    </dgm:pt>
    <dgm:pt modelId="{4E297083-8051-4EB4-A1FF-818C3123493A}" type="parTrans" cxnId="{2B4DCED4-AAA7-4A97-81EF-3A744B42BBE5}">
      <dgm:prSet/>
      <dgm:spPr/>
      <dgm:t>
        <a:bodyPr/>
        <a:lstStyle/>
        <a:p>
          <a:endParaRPr lang="en-US"/>
        </a:p>
      </dgm:t>
    </dgm:pt>
    <dgm:pt modelId="{140D71D4-B382-4328-8464-D4AD651B5A24}" type="sibTrans" cxnId="{2B4DCED4-AAA7-4A97-81EF-3A744B42BBE5}">
      <dgm:prSet/>
      <dgm:spPr/>
      <dgm:t>
        <a:bodyPr/>
        <a:lstStyle/>
        <a:p>
          <a:endParaRPr lang="en-US"/>
        </a:p>
      </dgm:t>
    </dgm:pt>
    <dgm:pt modelId="{46064F06-739A-4D2D-ACC4-7C28ECF3EE06}">
      <dgm:prSet custT="1"/>
      <dgm:spPr/>
      <dgm:t>
        <a:bodyPr/>
        <a:lstStyle/>
        <a:p>
          <a:pPr>
            <a:defRPr b="1"/>
          </a:pPr>
          <a:r>
            <a:rPr lang="en-GB" sz="2400" dirty="0"/>
            <a:t>Likert-scale vs Likert-type item</a:t>
          </a:r>
          <a:endParaRPr lang="en-US" sz="2400" dirty="0"/>
        </a:p>
      </dgm:t>
    </dgm:pt>
    <dgm:pt modelId="{E048CD15-1F84-455D-B7A5-90EA0053860F}" type="parTrans" cxnId="{A252296D-2AE8-4502-A9FC-EB7A28021A69}">
      <dgm:prSet/>
      <dgm:spPr/>
      <dgm:t>
        <a:bodyPr/>
        <a:lstStyle/>
        <a:p>
          <a:endParaRPr lang="en-US"/>
        </a:p>
      </dgm:t>
    </dgm:pt>
    <dgm:pt modelId="{06307D96-6289-473C-93EF-4F6803BDC929}" type="sibTrans" cxnId="{A252296D-2AE8-4502-A9FC-EB7A28021A69}">
      <dgm:prSet/>
      <dgm:spPr/>
      <dgm:t>
        <a:bodyPr/>
        <a:lstStyle/>
        <a:p>
          <a:endParaRPr lang="en-US"/>
        </a:p>
      </dgm:t>
    </dgm:pt>
    <dgm:pt modelId="{68DA8B49-B961-416A-B0E3-03AC582F61E1}">
      <dgm:prSet/>
      <dgm:spPr/>
      <dgm:t>
        <a:bodyPr/>
        <a:lstStyle/>
        <a:p>
          <a:pPr>
            <a:defRPr b="1"/>
          </a:pPr>
          <a:r>
            <a:rPr lang="en-GB"/>
            <a:t>Data analysis</a:t>
          </a:r>
          <a:endParaRPr lang="en-US"/>
        </a:p>
      </dgm:t>
    </dgm:pt>
    <dgm:pt modelId="{A9FCD536-C114-4F17-BBEB-8E1B43151376}" type="parTrans" cxnId="{F98DB6D8-D38F-465C-9962-E718D4EF7CD3}">
      <dgm:prSet/>
      <dgm:spPr/>
      <dgm:t>
        <a:bodyPr/>
        <a:lstStyle/>
        <a:p>
          <a:endParaRPr lang="en-US"/>
        </a:p>
      </dgm:t>
    </dgm:pt>
    <dgm:pt modelId="{0BAB7545-5CFF-4470-ADCF-4002FDFC5657}" type="sibTrans" cxnId="{F98DB6D8-D38F-465C-9962-E718D4EF7CD3}">
      <dgm:prSet/>
      <dgm:spPr/>
      <dgm:t>
        <a:bodyPr/>
        <a:lstStyle/>
        <a:p>
          <a:endParaRPr lang="en-US"/>
        </a:p>
      </dgm:t>
    </dgm:pt>
    <dgm:pt modelId="{CFB91F80-AF89-4801-AE33-D9E3C125374E}">
      <dgm:prSet custT="1"/>
      <dgm:spPr/>
      <dgm:t>
        <a:bodyPr/>
        <a:lstStyle/>
        <a:p>
          <a:r>
            <a:rPr lang="en-GB" sz="2000" b="1" dirty="0"/>
            <a:t>General procedure</a:t>
          </a:r>
          <a:endParaRPr lang="en-US" sz="2000" b="1" dirty="0"/>
        </a:p>
      </dgm:t>
    </dgm:pt>
    <dgm:pt modelId="{D488A0CC-47DE-4D1B-933E-D541468BC8C3}" type="parTrans" cxnId="{6BCBF573-CD95-4197-BE28-64263AF423FD}">
      <dgm:prSet/>
      <dgm:spPr/>
      <dgm:t>
        <a:bodyPr/>
        <a:lstStyle/>
        <a:p>
          <a:endParaRPr lang="en-US"/>
        </a:p>
      </dgm:t>
    </dgm:pt>
    <dgm:pt modelId="{A2D6AEC5-9711-4E20-8FF9-FA444A8AEE53}" type="sibTrans" cxnId="{6BCBF573-CD95-4197-BE28-64263AF423FD}">
      <dgm:prSet/>
      <dgm:spPr/>
      <dgm:t>
        <a:bodyPr/>
        <a:lstStyle/>
        <a:p>
          <a:endParaRPr lang="en-US"/>
        </a:p>
      </dgm:t>
    </dgm:pt>
    <dgm:pt modelId="{BB49B7EA-47BE-42B2-A3BB-6EA1A22B71DE}">
      <dgm:prSet custT="1"/>
      <dgm:spPr/>
      <dgm:t>
        <a:bodyPr/>
        <a:lstStyle/>
        <a:p>
          <a:r>
            <a:rPr lang="en-GB" sz="2000" b="1" dirty="0"/>
            <a:t>Descriptive statistics  </a:t>
          </a:r>
        </a:p>
        <a:p>
          <a:r>
            <a:rPr lang="en-GB" sz="2000" dirty="0"/>
            <a:t>    Excel (pivot table/chart)</a:t>
          </a:r>
          <a:endParaRPr lang="en-US" sz="2000" dirty="0"/>
        </a:p>
      </dgm:t>
    </dgm:pt>
    <dgm:pt modelId="{7C51C50A-BDD6-4757-96D7-340F9702C1E1}" type="parTrans" cxnId="{E01E3FE6-E36F-4777-AAE1-9BBD95CC8C3F}">
      <dgm:prSet/>
      <dgm:spPr/>
      <dgm:t>
        <a:bodyPr/>
        <a:lstStyle/>
        <a:p>
          <a:endParaRPr lang="en-US"/>
        </a:p>
      </dgm:t>
    </dgm:pt>
    <dgm:pt modelId="{8D4A7EA4-87D7-45D3-BCCD-6E6C89C8EC58}" type="sibTrans" cxnId="{E01E3FE6-E36F-4777-AAE1-9BBD95CC8C3F}">
      <dgm:prSet/>
      <dgm:spPr/>
      <dgm:t>
        <a:bodyPr/>
        <a:lstStyle/>
        <a:p>
          <a:endParaRPr lang="en-US"/>
        </a:p>
      </dgm:t>
    </dgm:pt>
    <dgm:pt modelId="{3DDEA7D0-CFF1-4544-A3AD-BCD420240B04}">
      <dgm:prSet custT="1"/>
      <dgm:spPr/>
      <dgm:t>
        <a:bodyPr/>
        <a:lstStyle/>
        <a:p>
          <a:r>
            <a:rPr lang="en-GB" sz="2000" b="1" dirty="0"/>
            <a:t>Inferential statistics </a:t>
          </a:r>
        </a:p>
        <a:p>
          <a:r>
            <a:rPr lang="en-GB" sz="2000" dirty="0"/>
            <a:t>    JASP/SPSS</a:t>
          </a:r>
        </a:p>
      </dgm:t>
    </dgm:pt>
    <dgm:pt modelId="{2089B953-B577-4F29-B3A4-36CC38CBA0F1}" type="parTrans" cxnId="{826AB5AB-4292-46FC-947C-2608EC3325FC}">
      <dgm:prSet/>
      <dgm:spPr/>
      <dgm:t>
        <a:bodyPr/>
        <a:lstStyle/>
        <a:p>
          <a:endParaRPr lang="en-US"/>
        </a:p>
      </dgm:t>
    </dgm:pt>
    <dgm:pt modelId="{7DB7E39D-0A8D-4750-8DCA-94B5F79E76D0}" type="sibTrans" cxnId="{826AB5AB-4292-46FC-947C-2608EC3325FC}">
      <dgm:prSet/>
      <dgm:spPr/>
      <dgm:t>
        <a:bodyPr/>
        <a:lstStyle/>
        <a:p>
          <a:endParaRPr lang="en-US"/>
        </a:p>
      </dgm:t>
    </dgm:pt>
    <dgm:pt modelId="{802995FD-20A4-49E2-8F4C-6A2C8700D1D5}" type="pres">
      <dgm:prSet presAssocID="{62D355C4-97C8-43DC-96C4-E443FF98B80A}" presName="root" presStyleCnt="0">
        <dgm:presLayoutVars>
          <dgm:dir/>
          <dgm:resizeHandles val="exact"/>
        </dgm:presLayoutVars>
      </dgm:prSet>
      <dgm:spPr/>
    </dgm:pt>
    <dgm:pt modelId="{68580CC2-60C0-4AE6-A7CD-92D2414ED465}" type="pres">
      <dgm:prSet presAssocID="{F153CB55-16F1-4CCE-B678-C167815A44BF}" presName="compNode" presStyleCnt="0"/>
      <dgm:spPr/>
    </dgm:pt>
    <dgm:pt modelId="{7E3F5807-B078-4ECC-9718-36875B008895}" type="pres">
      <dgm:prSet presAssocID="{F153CB55-16F1-4CCE-B678-C167815A44BF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5D811C7C-24E3-42BA-8466-8D66AAC37CF3}" type="pres">
      <dgm:prSet presAssocID="{F153CB55-16F1-4CCE-B678-C167815A44BF}" presName="iconSpace" presStyleCnt="0"/>
      <dgm:spPr/>
    </dgm:pt>
    <dgm:pt modelId="{96BA0F8C-967F-485F-9D36-CB9A6A2504F1}" type="pres">
      <dgm:prSet presAssocID="{F153CB55-16F1-4CCE-B678-C167815A44BF}" presName="parTx" presStyleLbl="revTx" presStyleIdx="0" presStyleCnt="6">
        <dgm:presLayoutVars>
          <dgm:chMax val="0"/>
          <dgm:chPref val="0"/>
        </dgm:presLayoutVars>
      </dgm:prSet>
      <dgm:spPr/>
    </dgm:pt>
    <dgm:pt modelId="{81B14611-C754-443B-8964-F8D4E92FCA4B}" type="pres">
      <dgm:prSet presAssocID="{F153CB55-16F1-4CCE-B678-C167815A44BF}" presName="txSpace" presStyleCnt="0"/>
      <dgm:spPr/>
    </dgm:pt>
    <dgm:pt modelId="{C3872CA4-D6C4-4FCD-9B54-BC13E03E4C66}" type="pres">
      <dgm:prSet presAssocID="{F153CB55-16F1-4CCE-B678-C167815A44BF}" presName="desTx" presStyleLbl="revTx" presStyleIdx="1" presStyleCnt="6">
        <dgm:presLayoutVars/>
      </dgm:prSet>
      <dgm:spPr/>
    </dgm:pt>
    <dgm:pt modelId="{FA737806-EED8-41F1-95B2-2D366523C891}" type="pres">
      <dgm:prSet presAssocID="{140D71D4-B382-4328-8464-D4AD651B5A24}" presName="sibTrans" presStyleCnt="0"/>
      <dgm:spPr/>
    </dgm:pt>
    <dgm:pt modelId="{00393F3A-778A-4A84-84BD-890A130A1C9C}" type="pres">
      <dgm:prSet presAssocID="{46064F06-739A-4D2D-ACC4-7C28ECF3EE06}" presName="compNode" presStyleCnt="0"/>
      <dgm:spPr/>
    </dgm:pt>
    <dgm:pt modelId="{F7C59534-14D8-443F-9300-9E420E5CA5A9}" type="pres">
      <dgm:prSet presAssocID="{46064F06-739A-4D2D-ACC4-7C28ECF3EE06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humbs Up Sign"/>
        </a:ext>
      </dgm:extLst>
    </dgm:pt>
    <dgm:pt modelId="{C927939E-8EA7-48DA-A9B5-ABA45B4BEDAA}" type="pres">
      <dgm:prSet presAssocID="{46064F06-739A-4D2D-ACC4-7C28ECF3EE06}" presName="iconSpace" presStyleCnt="0"/>
      <dgm:spPr/>
    </dgm:pt>
    <dgm:pt modelId="{E5F450CD-ACBA-4B17-A155-54B0A41563BC}" type="pres">
      <dgm:prSet presAssocID="{46064F06-739A-4D2D-ACC4-7C28ECF3EE06}" presName="parTx" presStyleLbl="revTx" presStyleIdx="2" presStyleCnt="6">
        <dgm:presLayoutVars>
          <dgm:chMax val="0"/>
          <dgm:chPref val="0"/>
        </dgm:presLayoutVars>
      </dgm:prSet>
      <dgm:spPr/>
    </dgm:pt>
    <dgm:pt modelId="{D3271562-8E93-4843-A60F-6120C37795FC}" type="pres">
      <dgm:prSet presAssocID="{46064F06-739A-4D2D-ACC4-7C28ECF3EE06}" presName="txSpace" presStyleCnt="0"/>
      <dgm:spPr/>
    </dgm:pt>
    <dgm:pt modelId="{F4EFDA75-E466-40CF-88BF-D2C52A6CE03B}" type="pres">
      <dgm:prSet presAssocID="{46064F06-739A-4D2D-ACC4-7C28ECF3EE06}" presName="desTx" presStyleLbl="revTx" presStyleIdx="3" presStyleCnt="6">
        <dgm:presLayoutVars/>
      </dgm:prSet>
      <dgm:spPr/>
    </dgm:pt>
    <dgm:pt modelId="{BE7B07A1-A263-4DE3-BFA4-B604177EEBBB}" type="pres">
      <dgm:prSet presAssocID="{06307D96-6289-473C-93EF-4F6803BDC929}" presName="sibTrans" presStyleCnt="0"/>
      <dgm:spPr/>
    </dgm:pt>
    <dgm:pt modelId="{37F927F6-B8EE-4860-8E1F-A393F7393988}" type="pres">
      <dgm:prSet presAssocID="{68DA8B49-B961-416A-B0E3-03AC582F61E1}" presName="compNode" presStyleCnt="0"/>
      <dgm:spPr/>
    </dgm:pt>
    <dgm:pt modelId="{E853FA37-610E-4AFE-9A3F-2CE2D46D9BC6}" type="pres">
      <dgm:prSet presAssocID="{68DA8B49-B961-416A-B0E3-03AC582F61E1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6DA7B218-C656-4AE5-86E0-55646EBC2071}" type="pres">
      <dgm:prSet presAssocID="{68DA8B49-B961-416A-B0E3-03AC582F61E1}" presName="iconSpace" presStyleCnt="0"/>
      <dgm:spPr/>
    </dgm:pt>
    <dgm:pt modelId="{93DAB043-E9AC-4A15-BE06-D69C9C656D99}" type="pres">
      <dgm:prSet presAssocID="{68DA8B49-B961-416A-B0E3-03AC582F61E1}" presName="parTx" presStyleLbl="revTx" presStyleIdx="4" presStyleCnt="6">
        <dgm:presLayoutVars>
          <dgm:chMax val="0"/>
          <dgm:chPref val="0"/>
        </dgm:presLayoutVars>
      </dgm:prSet>
      <dgm:spPr/>
    </dgm:pt>
    <dgm:pt modelId="{3E8A36BB-61AC-4582-AF5D-80275C663ED8}" type="pres">
      <dgm:prSet presAssocID="{68DA8B49-B961-416A-B0E3-03AC582F61E1}" presName="txSpace" presStyleCnt="0"/>
      <dgm:spPr/>
    </dgm:pt>
    <dgm:pt modelId="{7F6AF867-0E63-4CF2-AA67-F35D93AF1279}" type="pres">
      <dgm:prSet presAssocID="{68DA8B49-B961-416A-B0E3-03AC582F61E1}" presName="desTx" presStyleLbl="revTx" presStyleIdx="5" presStyleCnt="6">
        <dgm:presLayoutVars/>
      </dgm:prSet>
      <dgm:spPr/>
    </dgm:pt>
  </dgm:ptLst>
  <dgm:cxnLst>
    <dgm:cxn modelId="{D82ACD1D-0EB6-4F3D-9FB3-EFF44A4E8A0B}" type="presOf" srcId="{CFB91F80-AF89-4801-AE33-D9E3C125374E}" destId="{7F6AF867-0E63-4CF2-AA67-F35D93AF1279}" srcOrd="0" destOrd="0" presId="urn:microsoft.com/office/officeart/2018/2/layout/IconLabelDescriptionList"/>
    <dgm:cxn modelId="{E4E9E95B-DA19-4430-BEAF-674632683814}" type="presOf" srcId="{F153CB55-16F1-4CCE-B678-C167815A44BF}" destId="{96BA0F8C-967F-485F-9D36-CB9A6A2504F1}" srcOrd="0" destOrd="0" presId="urn:microsoft.com/office/officeart/2018/2/layout/IconLabelDescriptionList"/>
    <dgm:cxn modelId="{A252296D-2AE8-4502-A9FC-EB7A28021A69}" srcId="{62D355C4-97C8-43DC-96C4-E443FF98B80A}" destId="{46064F06-739A-4D2D-ACC4-7C28ECF3EE06}" srcOrd="1" destOrd="0" parTransId="{E048CD15-1F84-455D-B7A5-90EA0053860F}" sibTransId="{06307D96-6289-473C-93EF-4F6803BDC929}"/>
    <dgm:cxn modelId="{F7D1C04F-03BB-4E59-BC67-0725904B5494}" type="presOf" srcId="{BB49B7EA-47BE-42B2-A3BB-6EA1A22B71DE}" destId="{7F6AF867-0E63-4CF2-AA67-F35D93AF1279}" srcOrd="0" destOrd="1" presId="urn:microsoft.com/office/officeart/2018/2/layout/IconLabelDescriptionList"/>
    <dgm:cxn modelId="{2D8BA951-0AC8-43AF-A959-27A4C17DA502}" type="presOf" srcId="{3DDEA7D0-CFF1-4544-A3AD-BCD420240B04}" destId="{7F6AF867-0E63-4CF2-AA67-F35D93AF1279}" srcOrd="0" destOrd="2" presId="urn:microsoft.com/office/officeart/2018/2/layout/IconLabelDescriptionList"/>
    <dgm:cxn modelId="{6BCBF573-CD95-4197-BE28-64263AF423FD}" srcId="{68DA8B49-B961-416A-B0E3-03AC582F61E1}" destId="{CFB91F80-AF89-4801-AE33-D9E3C125374E}" srcOrd="0" destOrd="0" parTransId="{D488A0CC-47DE-4D1B-933E-D541468BC8C3}" sibTransId="{A2D6AEC5-9711-4E20-8FF9-FA444A8AEE53}"/>
    <dgm:cxn modelId="{3EEB148C-A1EB-4F5F-96EA-B7C788B087D5}" type="presOf" srcId="{62D355C4-97C8-43DC-96C4-E443FF98B80A}" destId="{802995FD-20A4-49E2-8F4C-6A2C8700D1D5}" srcOrd="0" destOrd="0" presId="urn:microsoft.com/office/officeart/2018/2/layout/IconLabelDescriptionList"/>
    <dgm:cxn modelId="{6E5CA2A2-3592-44AE-88D5-B39DCB77FA85}" type="presOf" srcId="{68DA8B49-B961-416A-B0E3-03AC582F61E1}" destId="{93DAB043-E9AC-4A15-BE06-D69C9C656D99}" srcOrd="0" destOrd="0" presId="urn:microsoft.com/office/officeart/2018/2/layout/IconLabelDescriptionList"/>
    <dgm:cxn modelId="{5B2CBAA5-267B-4A17-9240-A2B76BC23521}" type="presOf" srcId="{46064F06-739A-4D2D-ACC4-7C28ECF3EE06}" destId="{E5F450CD-ACBA-4B17-A155-54B0A41563BC}" srcOrd="0" destOrd="0" presId="urn:microsoft.com/office/officeart/2018/2/layout/IconLabelDescriptionList"/>
    <dgm:cxn modelId="{826AB5AB-4292-46FC-947C-2608EC3325FC}" srcId="{68DA8B49-B961-416A-B0E3-03AC582F61E1}" destId="{3DDEA7D0-CFF1-4544-A3AD-BCD420240B04}" srcOrd="2" destOrd="0" parTransId="{2089B953-B577-4F29-B3A4-36CC38CBA0F1}" sibTransId="{7DB7E39D-0A8D-4750-8DCA-94B5F79E76D0}"/>
    <dgm:cxn modelId="{2B4DCED4-AAA7-4A97-81EF-3A744B42BBE5}" srcId="{62D355C4-97C8-43DC-96C4-E443FF98B80A}" destId="{F153CB55-16F1-4CCE-B678-C167815A44BF}" srcOrd="0" destOrd="0" parTransId="{4E297083-8051-4EB4-A1FF-818C3123493A}" sibTransId="{140D71D4-B382-4328-8464-D4AD651B5A24}"/>
    <dgm:cxn modelId="{F98DB6D8-D38F-465C-9962-E718D4EF7CD3}" srcId="{62D355C4-97C8-43DC-96C4-E443FF98B80A}" destId="{68DA8B49-B961-416A-B0E3-03AC582F61E1}" srcOrd="2" destOrd="0" parTransId="{A9FCD536-C114-4F17-BBEB-8E1B43151376}" sibTransId="{0BAB7545-5CFF-4470-ADCF-4002FDFC5657}"/>
    <dgm:cxn modelId="{E01E3FE6-E36F-4777-AAE1-9BBD95CC8C3F}" srcId="{68DA8B49-B961-416A-B0E3-03AC582F61E1}" destId="{BB49B7EA-47BE-42B2-A3BB-6EA1A22B71DE}" srcOrd="1" destOrd="0" parTransId="{7C51C50A-BDD6-4757-96D7-340F9702C1E1}" sibTransId="{8D4A7EA4-87D7-45D3-BCCD-6E6C89C8EC58}"/>
    <dgm:cxn modelId="{11A401B8-CBCB-4E85-97B9-5DA3FAD8F5D7}" type="presParOf" srcId="{802995FD-20A4-49E2-8F4C-6A2C8700D1D5}" destId="{68580CC2-60C0-4AE6-A7CD-92D2414ED465}" srcOrd="0" destOrd="0" presId="urn:microsoft.com/office/officeart/2018/2/layout/IconLabelDescriptionList"/>
    <dgm:cxn modelId="{EC8CA898-C141-4C77-93B4-7F625E0E1808}" type="presParOf" srcId="{68580CC2-60C0-4AE6-A7CD-92D2414ED465}" destId="{7E3F5807-B078-4ECC-9718-36875B008895}" srcOrd="0" destOrd="0" presId="urn:microsoft.com/office/officeart/2018/2/layout/IconLabelDescriptionList"/>
    <dgm:cxn modelId="{432944B5-D087-4E3D-9479-B07DD5E9DB6B}" type="presParOf" srcId="{68580CC2-60C0-4AE6-A7CD-92D2414ED465}" destId="{5D811C7C-24E3-42BA-8466-8D66AAC37CF3}" srcOrd="1" destOrd="0" presId="urn:microsoft.com/office/officeart/2018/2/layout/IconLabelDescriptionList"/>
    <dgm:cxn modelId="{73356670-547C-412D-8A28-9536AA7D6A53}" type="presParOf" srcId="{68580CC2-60C0-4AE6-A7CD-92D2414ED465}" destId="{96BA0F8C-967F-485F-9D36-CB9A6A2504F1}" srcOrd="2" destOrd="0" presId="urn:microsoft.com/office/officeart/2018/2/layout/IconLabelDescriptionList"/>
    <dgm:cxn modelId="{39372A65-B99F-4EB5-85F4-F03A9CA4FA29}" type="presParOf" srcId="{68580CC2-60C0-4AE6-A7CD-92D2414ED465}" destId="{81B14611-C754-443B-8964-F8D4E92FCA4B}" srcOrd="3" destOrd="0" presId="urn:microsoft.com/office/officeart/2018/2/layout/IconLabelDescriptionList"/>
    <dgm:cxn modelId="{32D90F2E-76D1-4149-A114-5C3EF7FB7C95}" type="presParOf" srcId="{68580CC2-60C0-4AE6-A7CD-92D2414ED465}" destId="{C3872CA4-D6C4-4FCD-9B54-BC13E03E4C66}" srcOrd="4" destOrd="0" presId="urn:microsoft.com/office/officeart/2018/2/layout/IconLabelDescriptionList"/>
    <dgm:cxn modelId="{34C41657-7F3A-44C9-9204-5DAC019F9C92}" type="presParOf" srcId="{802995FD-20A4-49E2-8F4C-6A2C8700D1D5}" destId="{FA737806-EED8-41F1-95B2-2D366523C891}" srcOrd="1" destOrd="0" presId="urn:microsoft.com/office/officeart/2018/2/layout/IconLabelDescriptionList"/>
    <dgm:cxn modelId="{BC327593-B7DF-4384-ACA6-D66BDEFC38B0}" type="presParOf" srcId="{802995FD-20A4-49E2-8F4C-6A2C8700D1D5}" destId="{00393F3A-778A-4A84-84BD-890A130A1C9C}" srcOrd="2" destOrd="0" presId="urn:microsoft.com/office/officeart/2018/2/layout/IconLabelDescriptionList"/>
    <dgm:cxn modelId="{C8D156C3-B16C-48CA-8B50-DF108427C30C}" type="presParOf" srcId="{00393F3A-778A-4A84-84BD-890A130A1C9C}" destId="{F7C59534-14D8-443F-9300-9E420E5CA5A9}" srcOrd="0" destOrd="0" presId="urn:microsoft.com/office/officeart/2018/2/layout/IconLabelDescriptionList"/>
    <dgm:cxn modelId="{9C72F17A-0A9C-4E2E-8D8A-FB9F29093FE8}" type="presParOf" srcId="{00393F3A-778A-4A84-84BD-890A130A1C9C}" destId="{C927939E-8EA7-48DA-A9B5-ABA45B4BEDAA}" srcOrd="1" destOrd="0" presId="urn:microsoft.com/office/officeart/2018/2/layout/IconLabelDescriptionList"/>
    <dgm:cxn modelId="{0D243C32-E761-4B2C-B476-DF6241990D9C}" type="presParOf" srcId="{00393F3A-778A-4A84-84BD-890A130A1C9C}" destId="{E5F450CD-ACBA-4B17-A155-54B0A41563BC}" srcOrd="2" destOrd="0" presId="urn:microsoft.com/office/officeart/2018/2/layout/IconLabelDescriptionList"/>
    <dgm:cxn modelId="{A91513D0-A1B6-4784-A5D6-87C0F344B87E}" type="presParOf" srcId="{00393F3A-778A-4A84-84BD-890A130A1C9C}" destId="{D3271562-8E93-4843-A60F-6120C37795FC}" srcOrd="3" destOrd="0" presId="urn:microsoft.com/office/officeart/2018/2/layout/IconLabelDescriptionList"/>
    <dgm:cxn modelId="{25AD7151-238E-433D-BF2C-DFD50E16D8E3}" type="presParOf" srcId="{00393F3A-778A-4A84-84BD-890A130A1C9C}" destId="{F4EFDA75-E466-40CF-88BF-D2C52A6CE03B}" srcOrd="4" destOrd="0" presId="urn:microsoft.com/office/officeart/2018/2/layout/IconLabelDescriptionList"/>
    <dgm:cxn modelId="{F0887CCE-4C4B-494B-A8C3-36C039BF6903}" type="presParOf" srcId="{802995FD-20A4-49E2-8F4C-6A2C8700D1D5}" destId="{BE7B07A1-A263-4DE3-BFA4-B604177EEBBB}" srcOrd="3" destOrd="0" presId="urn:microsoft.com/office/officeart/2018/2/layout/IconLabelDescriptionList"/>
    <dgm:cxn modelId="{3F819A40-B9CA-4DA2-8AD1-AF8D38624CF1}" type="presParOf" srcId="{802995FD-20A4-49E2-8F4C-6A2C8700D1D5}" destId="{37F927F6-B8EE-4860-8E1F-A393F7393988}" srcOrd="4" destOrd="0" presId="urn:microsoft.com/office/officeart/2018/2/layout/IconLabelDescriptionList"/>
    <dgm:cxn modelId="{B174ACF4-7A5B-4C2C-9548-BE15CEE64C27}" type="presParOf" srcId="{37F927F6-B8EE-4860-8E1F-A393F7393988}" destId="{E853FA37-610E-4AFE-9A3F-2CE2D46D9BC6}" srcOrd="0" destOrd="0" presId="urn:microsoft.com/office/officeart/2018/2/layout/IconLabelDescriptionList"/>
    <dgm:cxn modelId="{211F39B7-EF52-4785-8E84-58583E82A720}" type="presParOf" srcId="{37F927F6-B8EE-4860-8E1F-A393F7393988}" destId="{6DA7B218-C656-4AE5-86E0-55646EBC2071}" srcOrd="1" destOrd="0" presId="urn:microsoft.com/office/officeart/2018/2/layout/IconLabelDescriptionList"/>
    <dgm:cxn modelId="{191AB84F-03E5-42B3-AF90-48776304984C}" type="presParOf" srcId="{37F927F6-B8EE-4860-8E1F-A393F7393988}" destId="{93DAB043-E9AC-4A15-BE06-D69C9C656D99}" srcOrd="2" destOrd="0" presId="urn:microsoft.com/office/officeart/2018/2/layout/IconLabelDescriptionList"/>
    <dgm:cxn modelId="{BCBB99B8-38D5-4442-B812-AB6815E5213A}" type="presParOf" srcId="{37F927F6-B8EE-4860-8E1F-A393F7393988}" destId="{3E8A36BB-61AC-4582-AF5D-80275C663ED8}" srcOrd="3" destOrd="0" presId="urn:microsoft.com/office/officeart/2018/2/layout/IconLabelDescriptionList"/>
    <dgm:cxn modelId="{276EAC7F-189C-4528-A684-05548514E59D}" type="presParOf" srcId="{37F927F6-B8EE-4860-8E1F-A393F7393988}" destId="{7F6AF867-0E63-4CF2-AA67-F35D93AF1279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892945F-F6CB-40C8-A00B-582C24A9390E}" type="doc">
      <dgm:prSet loTypeId="urn:microsoft.com/office/officeart/2005/8/layout/hList1" loCatId="list" qsTypeId="urn:microsoft.com/office/officeart/2005/8/quickstyle/simple4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A5243658-3EA4-4DFD-AAC1-B6BF47B118FC}">
      <dgm:prSet/>
      <dgm:spPr/>
      <dgm:t>
        <a:bodyPr/>
        <a:lstStyle/>
        <a:p>
          <a:r>
            <a:rPr lang="en-GB" dirty="0"/>
            <a:t>Independent Variable</a:t>
          </a:r>
          <a:endParaRPr lang="en-US" dirty="0"/>
        </a:p>
      </dgm:t>
    </dgm:pt>
    <dgm:pt modelId="{10A34746-6323-4EA4-8212-B88EBA5B824B}" type="parTrans" cxnId="{AFB1A0C7-720C-405F-8797-CD5049D7EA82}">
      <dgm:prSet/>
      <dgm:spPr/>
      <dgm:t>
        <a:bodyPr/>
        <a:lstStyle/>
        <a:p>
          <a:endParaRPr lang="en-US"/>
        </a:p>
      </dgm:t>
    </dgm:pt>
    <dgm:pt modelId="{91FDF59C-B0FC-48A9-9580-56F73732FCE3}" type="sibTrans" cxnId="{AFB1A0C7-720C-405F-8797-CD5049D7EA82}">
      <dgm:prSet/>
      <dgm:spPr/>
      <dgm:t>
        <a:bodyPr/>
        <a:lstStyle/>
        <a:p>
          <a:endParaRPr lang="en-US"/>
        </a:p>
      </dgm:t>
    </dgm:pt>
    <dgm:pt modelId="{46A3430A-DFA6-4AE6-8540-E23EA0D13710}">
      <dgm:prSet/>
      <dgm:spPr/>
      <dgm:t>
        <a:bodyPr/>
        <a:lstStyle/>
        <a:p>
          <a:r>
            <a:rPr lang="en-GB"/>
            <a:t>Predictor/Factor</a:t>
          </a:r>
          <a:endParaRPr lang="en-US"/>
        </a:p>
      </dgm:t>
    </dgm:pt>
    <dgm:pt modelId="{E361BF58-5E56-4EB2-830F-A155AD7205DD}" type="parTrans" cxnId="{0B3C2408-A978-4064-B549-B2FC45E17830}">
      <dgm:prSet/>
      <dgm:spPr/>
      <dgm:t>
        <a:bodyPr/>
        <a:lstStyle/>
        <a:p>
          <a:endParaRPr lang="en-US"/>
        </a:p>
      </dgm:t>
    </dgm:pt>
    <dgm:pt modelId="{23D4A912-5DDD-4733-BA87-8BF10D8F9ECF}" type="sibTrans" cxnId="{0B3C2408-A978-4064-B549-B2FC45E17830}">
      <dgm:prSet/>
      <dgm:spPr/>
      <dgm:t>
        <a:bodyPr/>
        <a:lstStyle/>
        <a:p>
          <a:endParaRPr lang="en-US"/>
        </a:p>
      </dgm:t>
    </dgm:pt>
    <dgm:pt modelId="{B7F3E197-1487-4081-AA45-5E143B32DD48}">
      <dgm:prSet/>
      <dgm:spPr/>
      <dgm:t>
        <a:bodyPr/>
        <a:lstStyle/>
        <a:p>
          <a:r>
            <a:rPr lang="en-GB" dirty="0"/>
            <a:t>Experimental conditions (‘Manipulated’)</a:t>
          </a:r>
          <a:endParaRPr lang="en-US" dirty="0"/>
        </a:p>
      </dgm:t>
    </dgm:pt>
    <dgm:pt modelId="{F7AA8C43-A196-4841-AD34-98E00A0736AE}" type="parTrans" cxnId="{2283DA4C-4A2A-4C2B-80E2-561668EFA2E9}">
      <dgm:prSet/>
      <dgm:spPr/>
      <dgm:t>
        <a:bodyPr/>
        <a:lstStyle/>
        <a:p>
          <a:endParaRPr lang="en-US"/>
        </a:p>
      </dgm:t>
    </dgm:pt>
    <dgm:pt modelId="{B9F1F677-9A08-4608-9B4F-373BA1D2A2C4}" type="sibTrans" cxnId="{2283DA4C-4A2A-4C2B-80E2-561668EFA2E9}">
      <dgm:prSet/>
      <dgm:spPr/>
      <dgm:t>
        <a:bodyPr/>
        <a:lstStyle/>
        <a:p>
          <a:endParaRPr lang="en-US"/>
        </a:p>
      </dgm:t>
    </dgm:pt>
    <dgm:pt modelId="{5EB9C36F-1379-4E23-8803-6C0CFD90F9A8}">
      <dgm:prSet/>
      <dgm:spPr/>
      <dgm:t>
        <a:bodyPr/>
        <a:lstStyle/>
        <a:p>
          <a:r>
            <a:rPr lang="en-GB"/>
            <a:t>Dependent Variable</a:t>
          </a:r>
          <a:endParaRPr lang="en-US"/>
        </a:p>
      </dgm:t>
    </dgm:pt>
    <dgm:pt modelId="{B8F075FD-258A-4818-8BFC-631C57C3040D}" type="parTrans" cxnId="{F1579634-574B-4116-BB1E-38A5B322789D}">
      <dgm:prSet/>
      <dgm:spPr/>
      <dgm:t>
        <a:bodyPr/>
        <a:lstStyle/>
        <a:p>
          <a:endParaRPr lang="en-US"/>
        </a:p>
      </dgm:t>
    </dgm:pt>
    <dgm:pt modelId="{AAC57CF6-8AA2-4A21-BC6F-56FF8B267975}" type="sibTrans" cxnId="{F1579634-574B-4116-BB1E-38A5B322789D}">
      <dgm:prSet/>
      <dgm:spPr/>
      <dgm:t>
        <a:bodyPr/>
        <a:lstStyle/>
        <a:p>
          <a:endParaRPr lang="en-US"/>
        </a:p>
      </dgm:t>
    </dgm:pt>
    <dgm:pt modelId="{DA6893E5-E4CD-4585-9FF9-DFF61A1D8262}">
      <dgm:prSet/>
      <dgm:spPr/>
      <dgm:t>
        <a:bodyPr/>
        <a:lstStyle/>
        <a:p>
          <a:r>
            <a:rPr lang="en-GB" dirty="0"/>
            <a:t>Outcome measure</a:t>
          </a:r>
          <a:endParaRPr lang="en-US" dirty="0"/>
        </a:p>
      </dgm:t>
    </dgm:pt>
    <dgm:pt modelId="{A50D02AF-1492-4FFD-A435-DBA8BC4F32A2}" type="parTrans" cxnId="{CDFCFBCF-308D-4335-BAE6-959F721749B0}">
      <dgm:prSet/>
      <dgm:spPr/>
      <dgm:t>
        <a:bodyPr/>
        <a:lstStyle/>
        <a:p>
          <a:endParaRPr lang="en-US"/>
        </a:p>
      </dgm:t>
    </dgm:pt>
    <dgm:pt modelId="{ACC0EBBD-A541-4D62-87E4-0F4A5038BC94}" type="sibTrans" cxnId="{CDFCFBCF-308D-4335-BAE6-959F721749B0}">
      <dgm:prSet/>
      <dgm:spPr/>
      <dgm:t>
        <a:bodyPr/>
        <a:lstStyle/>
        <a:p>
          <a:endParaRPr lang="en-US"/>
        </a:p>
      </dgm:t>
    </dgm:pt>
    <dgm:pt modelId="{FA3B404B-BFE9-4512-B667-DC424FB3536F}" type="pres">
      <dgm:prSet presAssocID="{C892945F-F6CB-40C8-A00B-582C24A9390E}" presName="Name0" presStyleCnt="0">
        <dgm:presLayoutVars>
          <dgm:dir/>
          <dgm:animLvl val="lvl"/>
          <dgm:resizeHandles val="exact"/>
        </dgm:presLayoutVars>
      </dgm:prSet>
      <dgm:spPr/>
    </dgm:pt>
    <dgm:pt modelId="{D95C4278-B92B-499B-A529-4383E96A4F3B}" type="pres">
      <dgm:prSet presAssocID="{A5243658-3EA4-4DFD-AAC1-B6BF47B118FC}" presName="composite" presStyleCnt="0"/>
      <dgm:spPr/>
    </dgm:pt>
    <dgm:pt modelId="{C84D1CAE-8C39-493B-95B5-427C5DD70A26}" type="pres">
      <dgm:prSet presAssocID="{A5243658-3EA4-4DFD-AAC1-B6BF47B118FC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91A18A42-3343-4082-9891-AB0A27D85CC1}" type="pres">
      <dgm:prSet presAssocID="{A5243658-3EA4-4DFD-AAC1-B6BF47B118FC}" presName="desTx" presStyleLbl="alignAccFollowNode1" presStyleIdx="0" presStyleCnt="2">
        <dgm:presLayoutVars>
          <dgm:bulletEnabled val="1"/>
        </dgm:presLayoutVars>
      </dgm:prSet>
      <dgm:spPr/>
    </dgm:pt>
    <dgm:pt modelId="{0A262A7E-5C31-4570-AAB2-DED120A78055}" type="pres">
      <dgm:prSet presAssocID="{91FDF59C-B0FC-48A9-9580-56F73732FCE3}" presName="space" presStyleCnt="0"/>
      <dgm:spPr/>
    </dgm:pt>
    <dgm:pt modelId="{5A73A1ED-AFA2-4531-B9AD-4E3640B2005F}" type="pres">
      <dgm:prSet presAssocID="{5EB9C36F-1379-4E23-8803-6C0CFD90F9A8}" presName="composite" presStyleCnt="0"/>
      <dgm:spPr/>
    </dgm:pt>
    <dgm:pt modelId="{5C67B48A-4A11-4374-BBD4-BFB730D01C8E}" type="pres">
      <dgm:prSet presAssocID="{5EB9C36F-1379-4E23-8803-6C0CFD90F9A8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AE5C0B78-3357-4D18-919D-3428D74DD0A0}" type="pres">
      <dgm:prSet presAssocID="{5EB9C36F-1379-4E23-8803-6C0CFD90F9A8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EF4C2A04-3016-4155-BAF2-8853EE716215}" type="presOf" srcId="{5EB9C36F-1379-4E23-8803-6C0CFD90F9A8}" destId="{5C67B48A-4A11-4374-BBD4-BFB730D01C8E}" srcOrd="0" destOrd="0" presId="urn:microsoft.com/office/officeart/2005/8/layout/hList1"/>
    <dgm:cxn modelId="{0B3C2408-A978-4064-B549-B2FC45E17830}" srcId="{A5243658-3EA4-4DFD-AAC1-B6BF47B118FC}" destId="{46A3430A-DFA6-4AE6-8540-E23EA0D13710}" srcOrd="0" destOrd="0" parTransId="{E361BF58-5E56-4EB2-830F-A155AD7205DD}" sibTransId="{23D4A912-5DDD-4733-BA87-8BF10D8F9ECF}"/>
    <dgm:cxn modelId="{F1579634-574B-4116-BB1E-38A5B322789D}" srcId="{C892945F-F6CB-40C8-A00B-582C24A9390E}" destId="{5EB9C36F-1379-4E23-8803-6C0CFD90F9A8}" srcOrd="1" destOrd="0" parTransId="{B8F075FD-258A-4818-8BFC-631C57C3040D}" sibTransId="{AAC57CF6-8AA2-4A21-BC6F-56FF8B267975}"/>
    <dgm:cxn modelId="{2283DA4C-4A2A-4C2B-80E2-561668EFA2E9}" srcId="{A5243658-3EA4-4DFD-AAC1-B6BF47B118FC}" destId="{B7F3E197-1487-4081-AA45-5E143B32DD48}" srcOrd="1" destOrd="0" parTransId="{F7AA8C43-A196-4841-AD34-98E00A0736AE}" sibTransId="{B9F1F677-9A08-4608-9B4F-373BA1D2A2C4}"/>
    <dgm:cxn modelId="{E2E5096D-0CD4-429A-8F04-C5A8962EB1B4}" type="presOf" srcId="{46A3430A-DFA6-4AE6-8540-E23EA0D13710}" destId="{91A18A42-3343-4082-9891-AB0A27D85CC1}" srcOrd="0" destOrd="0" presId="urn:microsoft.com/office/officeart/2005/8/layout/hList1"/>
    <dgm:cxn modelId="{02729587-B16C-49C5-A756-05A85385A2C7}" type="presOf" srcId="{A5243658-3EA4-4DFD-AAC1-B6BF47B118FC}" destId="{C84D1CAE-8C39-493B-95B5-427C5DD70A26}" srcOrd="0" destOrd="0" presId="urn:microsoft.com/office/officeart/2005/8/layout/hList1"/>
    <dgm:cxn modelId="{AFB1A0C7-720C-405F-8797-CD5049D7EA82}" srcId="{C892945F-F6CB-40C8-A00B-582C24A9390E}" destId="{A5243658-3EA4-4DFD-AAC1-B6BF47B118FC}" srcOrd="0" destOrd="0" parTransId="{10A34746-6323-4EA4-8212-B88EBA5B824B}" sibTransId="{91FDF59C-B0FC-48A9-9580-56F73732FCE3}"/>
    <dgm:cxn modelId="{CDFCFBCF-308D-4335-BAE6-959F721749B0}" srcId="{5EB9C36F-1379-4E23-8803-6C0CFD90F9A8}" destId="{DA6893E5-E4CD-4585-9FF9-DFF61A1D8262}" srcOrd="0" destOrd="0" parTransId="{A50D02AF-1492-4FFD-A435-DBA8BC4F32A2}" sibTransId="{ACC0EBBD-A541-4D62-87E4-0F4A5038BC94}"/>
    <dgm:cxn modelId="{29AA93D8-830A-4E64-A34F-E144576C3626}" type="presOf" srcId="{C892945F-F6CB-40C8-A00B-582C24A9390E}" destId="{FA3B404B-BFE9-4512-B667-DC424FB3536F}" srcOrd="0" destOrd="0" presId="urn:microsoft.com/office/officeart/2005/8/layout/hList1"/>
    <dgm:cxn modelId="{EC0003E1-91C4-4F64-8847-10DE1B013145}" type="presOf" srcId="{DA6893E5-E4CD-4585-9FF9-DFF61A1D8262}" destId="{AE5C0B78-3357-4D18-919D-3428D74DD0A0}" srcOrd="0" destOrd="0" presId="urn:microsoft.com/office/officeart/2005/8/layout/hList1"/>
    <dgm:cxn modelId="{43E425F3-BC85-4234-B6A7-C7BC6A2B0DDC}" type="presOf" srcId="{B7F3E197-1487-4081-AA45-5E143B32DD48}" destId="{91A18A42-3343-4082-9891-AB0A27D85CC1}" srcOrd="0" destOrd="1" presId="urn:microsoft.com/office/officeart/2005/8/layout/hList1"/>
    <dgm:cxn modelId="{EEF65D58-5D14-40A6-982F-792ACC09C733}" type="presParOf" srcId="{FA3B404B-BFE9-4512-B667-DC424FB3536F}" destId="{D95C4278-B92B-499B-A529-4383E96A4F3B}" srcOrd="0" destOrd="0" presId="urn:microsoft.com/office/officeart/2005/8/layout/hList1"/>
    <dgm:cxn modelId="{D85329C4-5BD5-49B5-8E2B-66B2F0D73AD4}" type="presParOf" srcId="{D95C4278-B92B-499B-A529-4383E96A4F3B}" destId="{C84D1CAE-8C39-493B-95B5-427C5DD70A26}" srcOrd="0" destOrd="0" presId="urn:microsoft.com/office/officeart/2005/8/layout/hList1"/>
    <dgm:cxn modelId="{DC2E4E42-16BC-4FF4-889D-53ADCAF667B5}" type="presParOf" srcId="{D95C4278-B92B-499B-A529-4383E96A4F3B}" destId="{91A18A42-3343-4082-9891-AB0A27D85CC1}" srcOrd="1" destOrd="0" presId="urn:microsoft.com/office/officeart/2005/8/layout/hList1"/>
    <dgm:cxn modelId="{DB0CF79A-06C8-438C-A73F-CE357579A434}" type="presParOf" srcId="{FA3B404B-BFE9-4512-B667-DC424FB3536F}" destId="{0A262A7E-5C31-4570-AAB2-DED120A78055}" srcOrd="1" destOrd="0" presId="urn:microsoft.com/office/officeart/2005/8/layout/hList1"/>
    <dgm:cxn modelId="{0F9DFF24-C164-4CCC-BD6E-FB54054097F5}" type="presParOf" srcId="{FA3B404B-BFE9-4512-B667-DC424FB3536F}" destId="{5A73A1ED-AFA2-4531-B9AD-4E3640B2005F}" srcOrd="2" destOrd="0" presId="urn:microsoft.com/office/officeart/2005/8/layout/hList1"/>
    <dgm:cxn modelId="{72B1A9ED-9D90-417C-93C2-D61C847EC34E}" type="presParOf" srcId="{5A73A1ED-AFA2-4531-B9AD-4E3640B2005F}" destId="{5C67B48A-4A11-4374-BBD4-BFB730D01C8E}" srcOrd="0" destOrd="0" presId="urn:microsoft.com/office/officeart/2005/8/layout/hList1"/>
    <dgm:cxn modelId="{04AB3ADA-1EC0-4100-A452-3D987A3F83E7}" type="presParOf" srcId="{5A73A1ED-AFA2-4531-B9AD-4E3640B2005F}" destId="{AE5C0B78-3357-4D18-919D-3428D74DD0A0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E1C4A09-9906-485E-89C0-E73F19A5EB0D}" type="doc">
      <dgm:prSet loTypeId="urn:microsoft.com/office/officeart/2005/8/layout/hierarchy2" loCatId="hierarchy" qsTypeId="urn:microsoft.com/office/officeart/2005/8/quickstyle/simple4" qsCatId="simple" csTypeId="urn:microsoft.com/office/officeart/2005/8/colors/accent0_3" csCatId="mainScheme" phldr="1"/>
      <dgm:spPr/>
      <dgm:t>
        <a:bodyPr/>
        <a:lstStyle/>
        <a:p>
          <a:endParaRPr lang="en-GB"/>
        </a:p>
      </dgm:t>
    </dgm:pt>
    <dgm:pt modelId="{9E897FAF-F6E7-4EB9-946C-AB09E31F5767}">
      <dgm:prSet phldrT="[Text]"/>
      <dgm:spPr>
        <a:solidFill>
          <a:schemeClr val="accent1">
            <a:lumMod val="75000"/>
          </a:schemeClr>
        </a:solidFill>
      </dgm:spPr>
      <dgm:t>
        <a:bodyPr/>
        <a:lstStyle/>
        <a:p>
          <a:r>
            <a:rPr lang="en-GB" dirty="0"/>
            <a:t>Discrete</a:t>
          </a:r>
        </a:p>
        <a:p>
          <a:r>
            <a:rPr lang="en-GB" dirty="0"/>
            <a:t>(Categorical)</a:t>
          </a:r>
        </a:p>
      </dgm:t>
    </dgm:pt>
    <dgm:pt modelId="{11768D20-F57E-4E62-B542-FB119384F308}" type="parTrans" cxnId="{05FCAF2B-8AB5-4196-AA0F-2E0F9A41265B}">
      <dgm:prSet/>
      <dgm:spPr/>
      <dgm:t>
        <a:bodyPr/>
        <a:lstStyle/>
        <a:p>
          <a:endParaRPr lang="en-GB"/>
        </a:p>
      </dgm:t>
    </dgm:pt>
    <dgm:pt modelId="{8F7A66A8-4D3B-4CED-A1A7-115739969ADA}" type="sibTrans" cxnId="{05FCAF2B-8AB5-4196-AA0F-2E0F9A41265B}">
      <dgm:prSet/>
      <dgm:spPr/>
      <dgm:t>
        <a:bodyPr/>
        <a:lstStyle/>
        <a:p>
          <a:endParaRPr lang="en-GB"/>
        </a:p>
      </dgm:t>
    </dgm:pt>
    <dgm:pt modelId="{A0560F68-F3EF-411F-9A20-9CD24323A82B}">
      <dgm:prSet phldrT="[Text]"/>
      <dgm:spPr/>
      <dgm:t>
        <a:bodyPr/>
        <a:lstStyle/>
        <a:p>
          <a:r>
            <a:rPr lang="en-GB" dirty="0"/>
            <a:t>Nominal</a:t>
          </a:r>
        </a:p>
      </dgm:t>
    </dgm:pt>
    <dgm:pt modelId="{B03297A2-4D47-4D78-A536-F5AAF8A54C97}" type="parTrans" cxnId="{52641509-EC55-4D07-8076-A6397DA58475}">
      <dgm:prSet/>
      <dgm:spPr/>
      <dgm:t>
        <a:bodyPr/>
        <a:lstStyle/>
        <a:p>
          <a:endParaRPr lang="en-GB"/>
        </a:p>
      </dgm:t>
    </dgm:pt>
    <dgm:pt modelId="{89F67D0B-65CE-4557-BB4B-E9F1F5018312}" type="sibTrans" cxnId="{52641509-EC55-4D07-8076-A6397DA58475}">
      <dgm:prSet/>
      <dgm:spPr/>
      <dgm:t>
        <a:bodyPr/>
        <a:lstStyle/>
        <a:p>
          <a:endParaRPr lang="en-GB"/>
        </a:p>
      </dgm:t>
    </dgm:pt>
    <dgm:pt modelId="{E08C3C12-0F50-4D95-AF76-8CBFD9B55762}">
      <dgm:prSet phldrT="[Text]"/>
      <dgm:spPr/>
      <dgm:t>
        <a:bodyPr/>
        <a:lstStyle/>
        <a:p>
          <a:r>
            <a:rPr lang="en-GB" dirty="0"/>
            <a:t>Ordinal</a:t>
          </a:r>
        </a:p>
      </dgm:t>
    </dgm:pt>
    <dgm:pt modelId="{11F65CF1-1390-4F75-8D53-BEAC143D874E}" type="parTrans" cxnId="{030E0413-D4AC-4D52-8020-472F29CF4D3E}">
      <dgm:prSet/>
      <dgm:spPr/>
      <dgm:t>
        <a:bodyPr/>
        <a:lstStyle/>
        <a:p>
          <a:endParaRPr lang="en-GB"/>
        </a:p>
      </dgm:t>
    </dgm:pt>
    <dgm:pt modelId="{D3946E95-0689-4B5C-A37C-65598203D981}" type="sibTrans" cxnId="{030E0413-D4AC-4D52-8020-472F29CF4D3E}">
      <dgm:prSet/>
      <dgm:spPr/>
      <dgm:t>
        <a:bodyPr/>
        <a:lstStyle/>
        <a:p>
          <a:endParaRPr lang="en-GB"/>
        </a:p>
      </dgm:t>
    </dgm:pt>
    <dgm:pt modelId="{13A361C7-F8B2-432F-84B2-F7C5CDFFFF1D}">
      <dgm:prSet phldrT="[Text]"/>
      <dgm:spPr/>
      <dgm:t>
        <a:bodyPr/>
        <a:lstStyle/>
        <a:p>
          <a:r>
            <a:rPr lang="en-GB" dirty="0"/>
            <a:t>Interval</a:t>
          </a:r>
        </a:p>
      </dgm:t>
    </dgm:pt>
    <dgm:pt modelId="{EEB1ED05-2069-4CB9-9669-7EA874483F82}" type="parTrans" cxnId="{373BADB3-D597-4659-98B8-8F17ECDD2464}">
      <dgm:prSet/>
      <dgm:spPr/>
      <dgm:t>
        <a:bodyPr/>
        <a:lstStyle/>
        <a:p>
          <a:endParaRPr lang="en-GB"/>
        </a:p>
      </dgm:t>
    </dgm:pt>
    <dgm:pt modelId="{21EFD97C-4EED-4155-9B40-3EEE46097BCF}" type="sibTrans" cxnId="{373BADB3-D597-4659-98B8-8F17ECDD2464}">
      <dgm:prSet/>
      <dgm:spPr/>
      <dgm:t>
        <a:bodyPr/>
        <a:lstStyle/>
        <a:p>
          <a:endParaRPr lang="en-GB"/>
        </a:p>
      </dgm:t>
    </dgm:pt>
    <dgm:pt modelId="{7FD79762-2860-4D4D-A86D-724A874DBBFE}">
      <dgm:prSet phldrT="[Text]"/>
      <dgm:spPr/>
      <dgm:t>
        <a:bodyPr/>
        <a:lstStyle/>
        <a:p>
          <a:r>
            <a:rPr lang="en-GB" dirty="0"/>
            <a:t>Ratio</a:t>
          </a:r>
        </a:p>
      </dgm:t>
    </dgm:pt>
    <dgm:pt modelId="{96727C2A-A4CF-4033-BF48-1C70BF446092}" type="sibTrans" cxnId="{5D5B59D1-85FD-401F-99BC-2835F9B5A918}">
      <dgm:prSet/>
      <dgm:spPr/>
      <dgm:t>
        <a:bodyPr/>
        <a:lstStyle/>
        <a:p>
          <a:endParaRPr lang="en-GB"/>
        </a:p>
      </dgm:t>
    </dgm:pt>
    <dgm:pt modelId="{3BA3A7BF-A8A9-454F-B91A-55C59E588768}" type="parTrans" cxnId="{5D5B59D1-85FD-401F-99BC-2835F9B5A918}">
      <dgm:prSet/>
      <dgm:spPr/>
      <dgm:t>
        <a:bodyPr/>
        <a:lstStyle/>
        <a:p>
          <a:endParaRPr lang="en-GB"/>
        </a:p>
      </dgm:t>
    </dgm:pt>
    <dgm:pt modelId="{A360D137-27C2-498E-BCA6-63D06FF672E2}">
      <dgm:prSet phldrT="[Text]"/>
      <dgm:spPr>
        <a:solidFill>
          <a:schemeClr val="accent1">
            <a:lumMod val="75000"/>
          </a:schemeClr>
        </a:solidFill>
      </dgm:spPr>
      <dgm:t>
        <a:bodyPr/>
        <a:lstStyle/>
        <a:p>
          <a:r>
            <a:rPr lang="en-GB" dirty="0"/>
            <a:t>Continuous</a:t>
          </a:r>
        </a:p>
        <a:p>
          <a:r>
            <a:rPr lang="en-GB" dirty="0"/>
            <a:t>(Scale)</a:t>
          </a:r>
        </a:p>
      </dgm:t>
    </dgm:pt>
    <dgm:pt modelId="{108292C9-00BE-462E-9BCF-15E75C340206}" type="sibTrans" cxnId="{E48025C2-86E1-4BC3-A0A2-AE346FB45D3A}">
      <dgm:prSet/>
      <dgm:spPr/>
      <dgm:t>
        <a:bodyPr/>
        <a:lstStyle/>
        <a:p>
          <a:endParaRPr lang="en-GB"/>
        </a:p>
      </dgm:t>
    </dgm:pt>
    <dgm:pt modelId="{7B45C74C-9E79-4668-9CB2-3DAD3AB8F0F5}" type="parTrans" cxnId="{E48025C2-86E1-4BC3-A0A2-AE346FB45D3A}">
      <dgm:prSet/>
      <dgm:spPr/>
      <dgm:t>
        <a:bodyPr/>
        <a:lstStyle/>
        <a:p>
          <a:endParaRPr lang="en-GB"/>
        </a:p>
      </dgm:t>
    </dgm:pt>
    <dgm:pt modelId="{98F78A88-8C92-4BE2-B6E7-C26D4D496E31}">
      <dgm:prSet phldrT="[Text]"/>
      <dgm:spPr/>
      <dgm:t>
        <a:bodyPr/>
        <a:lstStyle/>
        <a:p>
          <a:r>
            <a:rPr lang="en-GB" dirty="0"/>
            <a:t>Variables</a:t>
          </a:r>
        </a:p>
        <a:p>
          <a:r>
            <a:rPr lang="en-GB" dirty="0"/>
            <a:t>(Data)</a:t>
          </a:r>
        </a:p>
      </dgm:t>
    </dgm:pt>
    <dgm:pt modelId="{3A596598-6487-4076-B507-F48FBD87468F}" type="sibTrans" cxnId="{29808FF7-E6DC-4A4A-B022-67DE80BB2285}">
      <dgm:prSet/>
      <dgm:spPr/>
      <dgm:t>
        <a:bodyPr/>
        <a:lstStyle/>
        <a:p>
          <a:endParaRPr lang="en-GB"/>
        </a:p>
      </dgm:t>
    </dgm:pt>
    <dgm:pt modelId="{FDC07CEB-547A-4290-98F7-218E3A58E467}" type="parTrans" cxnId="{29808FF7-E6DC-4A4A-B022-67DE80BB2285}">
      <dgm:prSet/>
      <dgm:spPr/>
      <dgm:t>
        <a:bodyPr/>
        <a:lstStyle/>
        <a:p>
          <a:endParaRPr lang="en-GB"/>
        </a:p>
      </dgm:t>
    </dgm:pt>
    <dgm:pt modelId="{06BE4ADB-D2EB-4DCB-AC35-75FC2D680B5D}" type="pres">
      <dgm:prSet presAssocID="{5E1C4A09-9906-485E-89C0-E73F19A5EB0D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2BF423CF-5B2B-4BB3-A116-AEAD8DABA0F2}" type="pres">
      <dgm:prSet presAssocID="{98F78A88-8C92-4BE2-B6E7-C26D4D496E31}" presName="root1" presStyleCnt="0"/>
      <dgm:spPr/>
    </dgm:pt>
    <dgm:pt modelId="{06EB4CBB-32E3-4CEB-9257-9D1287166C79}" type="pres">
      <dgm:prSet presAssocID="{98F78A88-8C92-4BE2-B6E7-C26D4D496E31}" presName="LevelOneTextNode" presStyleLbl="node0" presStyleIdx="0" presStyleCnt="1">
        <dgm:presLayoutVars>
          <dgm:chPref val="3"/>
        </dgm:presLayoutVars>
      </dgm:prSet>
      <dgm:spPr/>
    </dgm:pt>
    <dgm:pt modelId="{7528E0CA-3AA1-4CA8-AD94-009D9664CBBB}" type="pres">
      <dgm:prSet presAssocID="{98F78A88-8C92-4BE2-B6E7-C26D4D496E31}" presName="level2hierChild" presStyleCnt="0"/>
      <dgm:spPr/>
    </dgm:pt>
    <dgm:pt modelId="{20D8BDCE-19EB-42FC-99AC-7ECFF529EBE2}" type="pres">
      <dgm:prSet presAssocID="{11768D20-F57E-4E62-B542-FB119384F308}" presName="conn2-1" presStyleLbl="parChTrans1D2" presStyleIdx="0" presStyleCnt="2"/>
      <dgm:spPr/>
    </dgm:pt>
    <dgm:pt modelId="{E6CD281E-D1BA-4E6C-9716-3979FFD03B07}" type="pres">
      <dgm:prSet presAssocID="{11768D20-F57E-4E62-B542-FB119384F308}" presName="connTx" presStyleLbl="parChTrans1D2" presStyleIdx="0" presStyleCnt="2"/>
      <dgm:spPr/>
    </dgm:pt>
    <dgm:pt modelId="{A1D51141-EA98-4658-A846-C39E213DFC4E}" type="pres">
      <dgm:prSet presAssocID="{9E897FAF-F6E7-4EB9-946C-AB09E31F5767}" presName="root2" presStyleCnt="0"/>
      <dgm:spPr/>
    </dgm:pt>
    <dgm:pt modelId="{5F84CF5D-21DD-4410-8656-9164D348FCF2}" type="pres">
      <dgm:prSet presAssocID="{9E897FAF-F6E7-4EB9-946C-AB09E31F5767}" presName="LevelTwoTextNode" presStyleLbl="node2" presStyleIdx="0" presStyleCnt="2">
        <dgm:presLayoutVars>
          <dgm:chPref val="3"/>
        </dgm:presLayoutVars>
      </dgm:prSet>
      <dgm:spPr/>
    </dgm:pt>
    <dgm:pt modelId="{42561F58-25BB-403B-95E6-9F0901466217}" type="pres">
      <dgm:prSet presAssocID="{9E897FAF-F6E7-4EB9-946C-AB09E31F5767}" presName="level3hierChild" presStyleCnt="0"/>
      <dgm:spPr/>
    </dgm:pt>
    <dgm:pt modelId="{30B814DC-1A76-4F79-9129-9309F716B71A}" type="pres">
      <dgm:prSet presAssocID="{B03297A2-4D47-4D78-A536-F5AAF8A54C97}" presName="conn2-1" presStyleLbl="parChTrans1D3" presStyleIdx="0" presStyleCnt="4"/>
      <dgm:spPr/>
    </dgm:pt>
    <dgm:pt modelId="{EDE1DF60-2E82-4D1A-959E-6D4BD2BAE1C5}" type="pres">
      <dgm:prSet presAssocID="{B03297A2-4D47-4D78-A536-F5AAF8A54C97}" presName="connTx" presStyleLbl="parChTrans1D3" presStyleIdx="0" presStyleCnt="4"/>
      <dgm:spPr/>
    </dgm:pt>
    <dgm:pt modelId="{327E4DE8-78F0-4599-8016-2BE207D6CF9E}" type="pres">
      <dgm:prSet presAssocID="{A0560F68-F3EF-411F-9A20-9CD24323A82B}" presName="root2" presStyleCnt="0"/>
      <dgm:spPr/>
    </dgm:pt>
    <dgm:pt modelId="{CC96A56D-E237-46C6-B607-198357ADDC34}" type="pres">
      <dgm:prSet presAssocID="{A0560F68-F3EF-411F-9A20-9CD24323A82B}" presName="LevelTwoTextNode" presStyleLbl="node3" presStyleIdx="0" presStyleCnt="4">
        <dgm:presLayoutVars>
          <dgm:chPref val="3"/>
        </dgm:presLayoutVars>
      </dgm:prSet>
      <dgm:spPr/>
    </dgm:pt>
    <dgm:pt modelId="{64D018B4-93B4-4E84-97E8-7408E6DF48F1}" type="pres">
      <dgm:prSet presAssocID="{A0560F68-F3EF-411F-9A20-9CD24323A82B}" presName="level3hierChild" presStyleCnt="0"/>
      <dgm:spPr/>
    </dgm:pt>
    <dgm:pt modelId="{B0E1A642-DC99-46E1-A49F-E5700F31BEDE}" type="pres">
      <dgm:prSet presAssocID="{11F65CF1-1390-4F75-8D53-BEAC143D874E}" presName="conn2-1" presStyleLbl="parChTrans1D3" presStyleIdx="1" presStyleCnt="4"/>
      <dgm:spPr/>
    </dgm:pt>
    <dgm:pt modelId="{037123D7-94B7-47EB-A841-6CE99FDFF1B7}" type="pres">
      <dgm:prSet presAssocID="{11F65CF1-1390-4F75-8D53-BEAC143D874E}" presName="connTx" presStyleLbl="parChTrans1D3" presStyleIdx="1" presStyleCnt="4"/>
      <dgm:spPr/>
    </dgm:pt>
    <dgm:pt modelId="{16E85DF8-22D3-41FB-A086-A7017C93C284}" type="pres">
      <dgm:prSet presAssocID="{E08C3C12-0F50-4D95-AF76-8CBFD9B55762}" presName="root2" presStyleCnt="0"/>
      <dgm:spPr/>
    </dgm:pt>
    <dgm:pt modelId="{6122677D-5718-4DF8-8FB7-E2402FB088C4}" type="pres">
      <dgm:prSet presAssocID="{E08C3C12-0F50-4D95-AF76-8CBFD9B55762}" presName="LevelTwoTextNode" presStyleLbl="node3" presStyleIdx="1" presStyleCnt="4">
        <dgm:presLayoutVars>
          <dgm:chPref val="3"/>
        </dgm:presLayoutVars>
      </dgm:prSet>
      <dgm:spPr/>
    </dgm:pt>
    <dgm:pt modelId="{F463EB42-74F3-4D0C-8F65-F17114C64609}" type="pres">
      <dgm:prSet presAssocID="{E08C3C12-0F50-4D95-AF76-8CBFD9B55762}" presName="level3hierChild" presStyleCnt="0"/>
      <dgm:spPr/>
    </dgm:pt>
    <dgm:pt modelId="{D3637ED0-B26D-47DD-AFC0-BE9A4167761B}" type="pres">
      <dgm:prSet presAssocID="{7B45C74C-9E79-4668-9CB2-3DAD3AB8F0F5}" presName="conn2-1" presStyleLbl="parChTrans1D2" presStyleIdx="1" presStyleCnt="2"/>
      <dgm:spPr/>
    </dgm:pt>
    <dgm:pt modelId="{F0079B94-D04C-4224-88AA-CAC2333F1BB6}" type="pres">
      <dgm:prSet presAssocID="{7B45C74C-9E79-4668-9CB2-3DAD3AB8F0F5}" presName="connTx" presStyleLbl="parChTrans1D2" presStyleIdx="1" presStyleCnt="2"/>
      <dgm:spPr/>
    </dgm:pt>
    <dgm:pt modelId="{A39872DB-3A67-4236-9D37-DCB35BF1D3C0}" type="pres">
      <dgm:prSet presAssocID="{A360D137-27C2-498E-BCA6-63D06FF672E2}" presName="root2" presStyleCnt="0"/>
      <dgm:spPr/>
    </dgm:pt>
    <dgm:pt modelId="{77E99E26-E274-4C25-9350-A6BE334D93E3}" type="pres">
      <dgm:prSet presAssocID="{A360D137-27C2-498E-BCA6-63D06FF672E2}" presName="LevelTwoTextNode" presStyleLbl="node2" presStyleIdx="1" presStyleCnt="2">
        <dgm:presLayoutVars>
          <dgm:chPref val="3"/>
        </dgm:presLayoutVars>
      </dgm:prSet>
      <dgm:spPr/>
    </dgm:pt>
    <dgm:pt modelId="{B6C285AA-6EBD-4F25-946E-D75959D91CBA}" type="pres">
      <dgm:prSet presAssocID="{A360D137-27C2-498E-BCA6-63D06FF672E2}" presName="level3hierChild" presStyleCnt="0"/>
      <dgm:spPr/>
    </dgm:pt>
    <dgm:pt modelId="{8E7A0697-5E0F-4A50-853F-A70E7730E212}" type="pres">
      <dgm:prSet presAssocID="{EEB1ED05-2069-4CB9-9669-7EA874483F82}" presName="conn2-1" presStyleLbl="parChTrans1D3" presStyleIdx="2" presStyleCnt="4"/>
      <dgm:spPr/>
    </dgm:pt>
    <dgm:pt modelId="{36EB758C-0776-4C03-9F24-123D03542363}" type="pres">
      <dgm:prSet presAssocID="{EEB1ED05-2069-4CB9-9669-7EA874483F82}" presName="connTx" presStyleLbl="parChTrans1D3" presStyleIdx="2" presStyleCnt="4"/>
      <dgm:spPr/>
    </dgm:pt>
    <dgm:pt modelId="{90891918-C59C-42FE-AC1A-5A9861C64BB9}" type="pres">
      <dgm:prSet presAssocID="{13A361C7-F8B2-432F-84B2-F7C5CDFFFF1D}" presName="root2" presStyleCnt="0"/>
      <dgm:spPr/>
    </dgm:pt>
    <dgm:pt modelId="{5F03F766-38A3-43D3-ABCA-DB058E542171}" type="pres">
      <dgm:prSet presAssocID="{13A361C7-F8B2-432F-84B2-F7C5CDFFFF1D}" presName="LevelTwoTextNode" presStyleLbl="node3" presStyleIdx="2" presStyleCnt="4">
        <dgm:presLayoutVars>
          <dgm:chPref val="3"/>
        </dgm:presLayoutVars>
      </dgm:prSet>
      <dgm:spPr/>
    </dgm:pt>
    <dgm:pt modelId="{F7E8DAA5-1331-447F-94A3-1C210386B8CA}" type="pres">
      <dgm:prSet presAssocID="{13A361C7-F8B2-432F-84B2-F7C5CDFFFF1D}" presName="level3hierChild" presStyleCnt="0"/>
      <dgm:spPr/>
    </dgm:pt>
    <dgm:pt modelId="{E4D59A27-B777-4B19-9861-DEF8DC0358F5}" type="pres">
      <dgm:prSet presAssocID="{3BA3A7BF-A8A9-454F-B91A-55C59E588768}" presName="conn2-1" presStyleLbl="parChTrans1D3" presStyleIdx="3" presStyleCnt="4"/>
      <dgm:spPr/>
    </dgm:pt>
    <dgm:pt modelId="{96C24259-90C4-43F7-BF8C-9AE6D986F91D}" type="pres">
      <dgm:prSet presAssocID="{3BA3A7BF-A8A9-454F-B91A-55C59E588768}" presName="connTx" presStyleLbl="parChTrans1D3" presStyleIdx="3" presStyleCnt="4"/>
      <dgm:spPr/>
    </dgm:pt>
    <dgm:pt modelId="{08C9B9E5-51F6-4300-8103-C8609FF169A3}" type="pres">
      <dgm:prSet presAssocID="{7FD79762-2860-4D4D-A86D-724A874DBBFE}" presName="root2" presStyleCnt="0"/>
      <dgm:spPr/>
    </dgm:pt>
    <dgm:pt modelId="{5516DB7B-9CCD-4B74-9142-092ABCA3E4B4}" type="pres">
      <dgm:prSet presAssocID="{7FD79762-2860-4D4D-A86D-724A874DBBFE}" presName="LevelTwoTextNode" presStyleLbl="node3" presStyleIdx="3" presStyleCnt="4">
        <dgm:presLayoutVars>
          <dgm:chPref val="3"/>
        </dgm:presLayoutVars>
      </dgm:prSet>
      <dgm:spPr/>
    </dgm:pt>
    <dgm:pt modelId="{7B0D6C5A-7A01-4B38-AA48-6AA288D924F9}" type="pres">
      <dgm:prSet presAssocID="{7FD79762-2860-4D4D-A86D-724A874DBBFE}" presName="level3hierChild" presStyleCnt="0"/>
      <dgm:spPr/>
    </dgm:pt>
  </dgm:ptLst>
  <dgm:cxnLst>
    <dgm:cxn modelId="{F0AA7901-5BD0-4348-B134-41458350DF50}" type="presOf" srcId="{B03297A2-4D47-4D78-A536-F5AAF8A54C97}" destId="{EDE1DF60-2E82-4D1A-959E-6D4BD2BAE1C5}" srcOrd="1" destOrd="0" presId="urn:microsoft.com/office/officeart/2005/8/layout/hierarchy2"/>
    <dgm:cxn modelId="{BEB79104-57DA-4543-8059-270693455B49}" type="presOf" srcId="{A360D137-27C2-498E-BCA6-63D06FF672E2}" destId="{77E99E26-E274-4C25-9350-A6BE334D93E3}" srcOrd="0" destOrd="0" presId="urn:microsoft.com/office/officeart/2005/8/layout/hierarchy2"/>
    <dgm:cxn modelId="{02D7B908-712B-41DB-8C38-191FBB15C780}" type="presOf" srcId="{13A361C7-F8B2-432F-84B2-F7C5CDFFFF1D}" destId="{5F03F766-38A3-43D3-ABCA-DB058E542171}" srcOrd="0" destOrd="0" presId="urn:microsoft.com/office/officeart/2005/8/layout/hierarchy2"/>
    <dgm:cxn modelId="{52641509-EC55-4D07-8076-A6397DA58475}" srcId="{9E897FAF-F6E7-4EB9-946C-AB09E31F5767}" destId="{A0560F68-F3EF-411F-9A20-9CD24323A82B}" srcOrd="0" destOrd="0" parTransId="{B03297A2-4D47-4D78-A536-F5AAF8A54C97}" sibTransId="{89F67D0B-65CE-4557-BB4B-E9F1F5018312}"/>
    <dgm:cxn modelId="{030E0413-D4AC-4D52-8020-472F29CF4D3E}" srcId="{9E897FAF-F6E7-4EB9-946C-AB09E31F5767}" destId="{E08C3C12-0F50-4D95-AF76-8CBFD9B55762}" srcOrd="1" destOrd="0" parTransId="{11F65CF1-1390-4F75-8D53-BEAC143D874E}" sibTransId="{D3946E95-0689-4B5C-A37C-65598203D981}"/>
    <dgm:cxn modelId="{C54B351B-DED8-4A09-BAD3-41383D21DEEC}" type="presOf" srcId="{3BA3A7BF-A8A9-454F-B91A-55C59E588768}" destId="{96C24259-90C4-43F7-BF8C-9AE6D986F91D}" srcOrd="1" destOrd="0" presId="urn:microsoft.com/office/officeart/2005/8/layout/hierarchy2"/>
    <dgm:cxn modelId="{05FCAF2B-8AB5-4196-AA0F-2E0F9A41265B}" srcId="{98F78A88-8C92-4BE2-B6E7-C26D4D496E31}" destId="{9E897FAF-F6E7-4EB9-946C-AB09E31F5767}" srcOrd="0" destOrd="0" parTransId="{11768D20-F57E-4E62-B542-FB119384F308}" sibTransId="{8F7A66A8-4D3B-4CED-A1A7-115739969ADA}"/>
    <dgm:cxn modelId="{32A71233-9811-405A-BF22-D750FF17E29D}" type="presOf" srcId="{7B45C74C-9E79-4668-9CB2-3DAD3AB8F0F5}" destId="{F0079B94-D04C-4224-88AA-CAC2333F1BB6}" srcOrd="1" destOrd="0" presId="urn:microsoft.com/office/officeart/2005/8/layout/hierarchy2"/>
    <dgm:cxn modelId="{39607945-BE0B-47C7-A00C-B5AF14762ACB}" type="presOf" srcId="{5E1C4A09-9906-485E-89C0-E73F19A5EB0D}" destId="{06BE4ADB-D2EB-4DCB-AC35-75FC2D680B5D}" srcOrd="0" destOrd="0" presId="urn:microsoft.com/office/officeart/2005/8/layout/hierarchy2"/>
    <dgm:cxn modelId="{0D785151-F5D8-43F4-9A99-BEC24BE58A90}" type="presOf" srcId="{B03297A2-4D47-4D78-A536-F5AAF8A54C97}" destId="{30B814DC-1A76-4F79-9129-9309F716B71A}" srcOrd="0" destOrd="0" presId="urn:microsoft.com/office/officeart/2005/8/layout/hierarchy2"/>
    <dgm:cxn modelId="{AA381655-BF94-422B-A9F0-69755451B1D4}" type="presOf" srcId="{11F65CF1-1390-4F75-8D53-BEAC143D874E}" destId="{037123D7-94B7-47EB-A841-6CE99FDFF1B7}" srcOrd="1" destOrd="0" presId="urn:microsoft.com/office/officeart/2005/8/layout/hierarchy2"/>
    <dgm:cxn modelId="{C731B458-35FD-4003-9000-6B4940538835}" type="presOf" srcId="{11768D20-F57E-4E62-B542-FB119384F308}" destId="{E6CD281E-D1BA-4E6C-9716-3979FFD03B07}" srcOrd="1" destOrd="0" presId="urn:microsoft.com/office/officeart/2005/8/layout/hierarchy2"/>
    <dgm:cxn modelId="{0408858B-B390-48AE-91F2-7EC47714AF9E}" type="presOf" srcId="{11F65CF1-1390-4F75-8D53-BEAC143D874E}" destId="{B0E1A642-DC99-46E1-A49F-E5700F31BEDE}" srcOrd="0" destOrd="0" presId="urn:microsoft.com/office/officeart/2005/8/layout/hierarchy2"/>
    <dgm:cxn modelId="{4BEF2B8D-4706-457F-A82D-AC8E63B2493E}" type="presOf" srcId="{11768D20-F57E-4E62-B542-FB119384F308}" destId="{20D8BDCE-19EB-42FC-99AC-7ECFF529EBE2}" srcOrd="0" destOrd="0" presId="urn:microsoft.com/office/officeart/2005/8/layout/hierarchy2"/>
    <dgm:cxn modelId="{27412C9C-2B04-413B-8327-C2A0D98D0371}" type="presOf" srcId="{EEB1ED05-2069-4CB9-9669-7EA874483F82}" destId="{36EB758C-0776-4C03-9F24-123D03542363}" srcOrd="1" destOrd="0" presId="urn:microsoft.com/office/officeart/2005/8/layout/hierarchy2"/>
    <dgm:cxn modelId="{373BADB3-D597-4659-98B8-8F17ECDD2464}" srcId="{A360D137-27C2-498E-BCA6-63D06FF672E2}" destId="{13A361C7-F8B2-432F-84B2-F7C5CDFFFF1D}" srcOrd="0" destOrd="0" parTransId="{EEB1ED05-2069-4CB9-9669-7EA874483F82}" sibTransId="{21EFD97C-4EED-4155-9B40-3EEE46097BCF}"/>
    <dgm:cxn modelId="{29F4D6B7-FD18-4A00-8C7C-48EABD7CA8C8}" type="presOf" srcId="{9E897FAF-F6E7-4EB9-946C-AB09E31F5767}" destId="{5F84CF5D-21DD-4410-8656-9164D348FCF2}" srcOrd="0" destOrd="0" presId="urn:microsoft.com/office/officeart/2005/8/layout/hierarchy2"/>
    <dgm:cxn modelId="{E48025C2-86E1-4BC3-A0A2-AE346FB45D3A}" srcId="{98F78A88-8C92-4BE2-B6E7-C26D4D496E31}" destId="{A360D137-27C2-498E-BCA6-63D06FF672E2}" srcOrd="1" destOrd="0" parTransId="{7B45C74C-9E79-4668-9CB2-3DAD3AB8F0F5}" sibTransId="{108292C9-00BE-462E-9BCF-15E75C340206}"/>
    <dgm:cxn modelId="{4E46ECC2-B840-456D-8CF9-5DBADA270E3D}" type="presOf" srcId="{3BA3A7BF-A8A9-454F-B91A-55C59E588768}" destId="{E4D59A27-B777-4B19-9861-DEF8DC0358F5}" srcOrd="0" destOrd="0" presId="urn:microsoft.com/office/officeart/2005/8/layout/hierarchy2"/>
    <dgm:cxn modelId="{8336DAC3-586C-4F0F-933C-F7A1DB830A6A}" type="presOf" srcId="{7B45C74C-9E79-4668-9CB2-3DAD3AB8F0F5}" destId="{D3637ED0-B26D-47DD-AFC0-BE9A4167761B}" srcOrd="0" destOrd="0" presId="urn:microsoft.com/office/officeart/2005/8/layout/hierarchy2"/>
    <dgm:cxn modelId="{1D78A2C6-871F-4919-AE77-2B8FC2B901D9}" type="presOf" srcId="{A0560F68-F3EF-411F-9A20-9CD24323A82B}" destId="{CC96A56D-E237-46C6-B607-198357ADDC34}" srcOrd="0" destOrd="0" presId="urn:microsoft.com/office/officeart/2005/8/layout/hierarchy2"/>
    <dgm:cxn modelId="{5D5B59D1-85FD-401F-99BC-2835F9B5A918}" srcId="{A360D137-27C2-498E-BCA6-63D06FF672E2}" destId="{7FD79762-2860-4D4D-A86D-724A874DBBFE}" srcOrd="1" destOrd="0" parTransId="{3BA3A7BF-A8A9-454F-B91A-55C59E588768}" sibTransId="{96727C2A-A4CF-4033-BF48-1C70BF446092}"/>
    <dgm:cxn modelId="{1E4C24D3-D7CF-422C-B050-1ABBF34704F3}" type="presOf" srcId="{7FD79762-2860-4D4D-A86D-724A874DBBFE}" destId="{5516DB7B-9CCD-4B74-9142-092ABCA3E4B4}" srcOrd="0" destOrd="0" presId="urn:microsoft.com/office/officeart/2005/8/layout/hierarchy2"/>
    <dgm:cxn modelId="{B28264D8-ACA2-4445-949C-E76712DB6957}" type="presOf" srcId="{98F78A88-8C92-4BE2-B6E7-C26D4D496E31}" destId="{06EB4CBB-32E3-4CEB-9257-9D1287166C79}" srcOrd="0" destOrd="0" presId="urn:microsoft.com/office/officeart/2005/8/layout/hierarchy2"/>
    <dgm:cxn modelId="{28474ADA-078D-45D2-B39F-6C4520D875D6}" type="presOf" srcId="{EEB1ED05-2069-4CB9-9669-7EA874483F82}" destId="{8E7A0697-5E0F-4A50-853F-A70E7730E212}" srcOrd="0" destOrd="0" presId="urn:microsoft.com/office/officeart/2005/8/layout/hierarchy2"/>
    <dgm:cxn modelId="{29808FF7-E6DC-4A4A-B022-67DE80BB2285}" srcId="{5E1C4A09-9906-485E-89C0-E73F19A5EB0D}" destId="{98F78A88-8C92-4BE2-B6E7-C26D4D496E31}" srcOrd="0" destOrd="0" parTransId="{FDC07CEB-547A-4290-98F7-218E3A58E467}" sibTransId="{3A596598-6487-4076-B507-F48FBD87468F}"/>
    <dgm:cxn modelId="{024EF7FF-A210-467D-9608-76FFFAC4CDFE}" type="presOf" srcId="{E08C3C12-0F50-4D95-AF76-8CBFD9B55762}" destId="{6122677D-5718-4DF8-8FB7-E2402FB088C4}" srcOrd="0" destOrd="0" presId="urn:microsoft.com/office/officeart/2005/8/layout/hierarchy2"/>
    <dgm:cxn modelId="{FCA0EF0F-412D-4831-9ACC-5F19EA4ACE2C}" type="presParOf" srcId="{06BE4ADB-D2EB-4DCB-AC35-75FC2D680B5D}" destId="{2BF423CF-5B2B-4BB3-A116-AEAD8DABA0F2}" srcOrd="0" destOrd="0" presId="urn:microsoft.com/office/officeart/2005/8/layout/hierarchy2"/>
    <dgm:cxn modelId="{357EFD9E-FC14-4C3D-B59A-9CB22B8DC1BD}" type="presParOf" srcId="{2BF423CF-5B2B-4BB3-A116-AEAD8DABA0F2}" destId="{06EB4CBB-32E3-4CEB-9257-9D1287166C79}" srcOrd="0" destOrd="0" presId="urn:microsoft.com/office/officeart/2005/8/layout/hierarchy2"/>
    <dgm:cxn modelId="{5C26C994-89B8-4ED7-B93C-FC0E036E5536}" type="presParOf" srcId="{2BF423CF-5B2B-4BB3-A116-AEAD8DABA0F2}" destId="{7528E0CA-3AA1-4CA8-AD94-009D9664CBBB}" srcOrd="1" destOrd="0" presId="urn:microsoft.com/office/officeart/2005/8/layout/hierarchy2"/>
    <dgm:cxn modelId="{F97C6844-02F1-42E1-BDE4-357DE8558420}" type="presParOf" srcId="{7528E0CA-3AA1-4CA8-AD94-009D9664CBBB}" destId="{20D8BDCE-19EB-42FC-99AC-7ECFF529EBE2}" srcOrd="0" destOrd="0" presId="urn:microsoft.com/office/officeart/2005/8/layout/hierarchy2"/>
    <dgm:cxn modelId="{A778A686-75CC-47EB-8EEA-8D99904A0659}" type="presParOf" srcId="{20D8BDCE-19EB-42FC-99AC-7ECFF529EBE2}" destId="{E6CD281E-D1BA-4E6C-9716-3979FFD03B07}" srcOrd="0" destOrd="0" presId="urn:microsoft.com/office/officeart/2005/8/layout/hierarchy2"/>
    <dgm:cxn modelId="{B819B120-7D99-4838-B0A2-65D48C076316}" type="presParOf" srcId="{7528E0CA-3AA1-4CA8-AD94-009D9664CBBB}" destId="{A1D51141-EA98-4658-A846-C39E213DFC4E}" srcOrd="1" destOrd="0" presId="urn:microsoft.com/office/officeart/2005/8/layout/hierarchy2"/>
    <dgm:cxn modelId="{64C384BE-5F6F-4AF3-B8ED-8AB4E556C4D8}" type="presParOf" srcId="{A1D51141-EA98-4658-A846-C39E213DFC4E}" destId="{5F84CF5D-21DD-4410-8656-9164D348FCF2}" srcOrd="0" destOrd="0" presId="urn:microsoft.com/office/officeart/2005/8/layout/hierarchy2"/>
    <dgm:cxn modelId="{23E091BF-A45B-4247-B33D-7CE40D1455C9}" type="presParOf" srcId="{A1D51141-EA98-4658-A846-C39E213DFC4E}" destId="{42561F58-25BB-403B-95E6-9F0901466217}" srcOrd="1" destOrd="0" presId="urn:microsoft.com/office/officeart/2005/8/layout/hierarchy2"/>
    <dgm:cxn modelId="{AD21CE6C-92C2-4449-B221-B07C32BE4871}" type="presParOf" srcId="{42561F58-25BB-403B-95E6-9F0901466217}" destId="{30B814DC-1A76-4F79-9129-9309F716B71A}" srcOrd="0" destOrd="0" presId="urn:microsoft.com/office/officeart/2005/8/layout/hierarchy2"/>
    <dgm:cxn modelId="{492CA51C-89A1-4D2F-B058-CA62F6C385AA}" type="presParOf" srcId="{30B814DC-1A76-4F79-9129-9309F716B71A}" destId="{EDE1DF60-2E82-4D1A-959E-6D4BD2BAE1C5}" srcOrd="0" destOrd="0" presId="urn:microsoft.com/office/officeart/2005/8/layout/hierarchy2"/>
    <dgm:cxn modelId="{E8D90312-580D-4E4E-88C6-A7D94A9A7D68}" type="presParOf" srcId="{42561F58-25BB-403B-95E6-9F0901466217}" destId="{327E4DE8-78F0-4599-8016-2BE207D6CF9E}" srcOrd="1" destOrd="0" presId="urn:microsoft.com/office/officeart/2005/8/layout/hierarchy2"/>
    <dgm:cxn modelId="{CDB9FC3C-6CFB-48CE-AD13-DB3AD8B325E6}" type="presParOf" srcId="{327E4DE8-78F0-4599-8016-2BE207D6CF9E}" destId="{CC96A56D-E237-46C6-B607-198357ADDC34}" srcOrd="0" destOrd="0" presId="urn:microsoft.com/office/officeart/2005/8/layout/hierarchy2"/>
    <dgm:cxn modelId="{B261F7F9-2ED7-48EC-AD04-C17CEAEC4E72}" type="presParOf" srcId="{327E4DE8-78F0-4599-8016-2BE207D6CF9E}" destId="{64D018B4-93B4-4E84-97E8-7408E6DF48F1}" srcOrd="1" destOrd="0" presId="urn:microsoft.com/office/officeart/2005/8/layout/hierarchy2"/>
    <dgm:cxn modelId="{CA1485D5-57CC-4B95-88A5-6E6AB58AA44D}" type="presParOf" srcId="{42561F58-25BB-403B-95E6-9F0901466217}" destId="{B0E1A642-DC99-46E1-A49F-E5700F31BEDE}" srcOrd="2" destOrd="0" presId="urn:microsoft.com/office/officeart/2005/8/layout/hierarchy2"/>
    <dgm:cxn modelId="{9697F054-D84B-4BBF-BBFB-3393D2301973}" type="presParOf" srcId="{B0E1A642-DC99-46E1-A49F-E5700F31BEDE}" destId="{037123D7-94B7-47EB-A841-6CE99FDFF1B7}" srcOrd="0" destOrd="0" presId="urn:microsoft.com/office/officeart/2005/8/layout/hierarchy2"/>
    <dgm:cxn modelId="{BEB47945-9356-426C-B6AF-C6EA5AB313E0}" type="presParOf" srcId="{42561F58-25BB-403B-95E6-9F0901466217}" destId="{16E85DF8-22D3-41FB-A086-A7017C93C284}" srcOrd="3" destOrd="0" presId="urn:microsoft.com/office/officeart/2005/8/layout/hierarchy2"/>
    <dgm:cxn modelId="{CE7D7BE7-8C05-4A99-9AF5-9C02BC9F70F7}" type="presParOf" srcId="{16E85DF8-22D3-41FB-A086-A7017C93C284}" destId="{6122677D-5718-4DF8-8FB7-E2402FB088C4}" srcOrd="0" destOrd="0" presId="urn:microsoft.com/office/officeart/2005/8/layout/hierarchy2"/>
    <dgm:cxn modelId="{D08D6C04-45B7-4368-BC42-DF0F98A4A853}" type="presParOf" srcId="{16E85DF8-22D3-41FB-A086-A7017C93C284}" destId="{F463EB42-74F3-4D0C-8F65-F17114C64609}" srcOrd="1" destOrd="0" presId="urn:microsoft.com/office/officeart/2005/8/layout/hierarchy2"/>
    <dgm:cxn modelId="{5F7A0830-CA30-4EA7-A053-39CDF0B92A37}" type="presParOf" srcId="{7528E0CA-3AA1-4CA8-AD94-009D9664CBBB}" destId="{D3637ED0-B26D-47DD-AFC0-BE9A4167761B}" srcOrd="2" destOrd="0" presId="urn:microsoft.com/office/officeart/2005/8/layout/hierarchy2"/>
    <dgm:cxn modelId="{28D9295C-F7D3-4887-99CF-C6F2ECFE2891}" type="presParOf" srcId="{D3637ED0-B26D-47DD-AFC0-BE9A4167761B}" destId="{F0079B94-D04C-4224-88AA-CAC2333F1BB6}" srcOrd="0" destOrd="0" presId="urn:microsoft.com/office/officeart/2005/8/layout/hierarchy2"/>
    <dgm:cxn modelId="{3A9C63DF-8D2A-4EE3-B2BC-7130AC957EE7}" type="presParOf" srcId="{7528E0CA-3AA1-4CA8-AD94-009D9664CBBB}" destId="{A39872DB-3A67-4236-9D37-DCB35BF1D3C0}" srcOrd="3" destOrd="0" presId="urn:microsoft.com/office/officeart/2005/8/layout/hierarchy2"/>
    <dgm:cxn modelId="{DF137FC4-4483-4F9D-BE77-E7569AB51B7A}" type="presParOf" srcId="{A39872DB-3A67-4236-9D37-DCB35BF1D3C0}" destId="{77E99E26-E274-4C25-9350-A6BE334D93E3}" srcOrd="0" destOrd="0" presId="urn:microsoft.com/office/officeart/2005/8/layout/hierarchy2"/>
    <dgm:cxn modelId="{C78C5EB7-A752-46D8-B1A8-53BD86FC6FB2}" type="presParOf" srcId="{A39872DB-3A67-4236-9D37-DCB35BF1D3C0}" destId="{B6C285AA-6EBD-4F25-946E-D75959D91CBA}" srcOrd="1" destOrd="0" presId="urn:microsoft.com/office/officeart/2005/8/layout/hierarchy2"/>
    <dgm:cxn modelId="{46BF06B8-0F74-4866-A234-C3791DB8C7ED}" type="presParOf" srcId="{B6C285AA-6EBD-4F25-946E-D75959D91CBA}" destId="{8E7A0697-5E0F-4A50-853F-A70E7730E212}" srcOrd="0" destOrd="0" presId="urn:microsoft.com/office/officeart/2005/8/layout/hierarchy2"/>
    <dgm:cxn modelId="{08768EE6-E209-4B88-9E90-C89A0C7F941C}" type="presParOf" srcId="{8E7A0697-5E0F-4A50-853F-A70E7730E212}" destId="{36EB758C-0776-4C03-9F24-123D03542363}" srcOrd="0" destOrd="0" presId="urn:microsoft.com/office/officeart/2005/8/layout/hierarchy2"/>
    <dgm:cxn modelId="{28DF8268-8C4F-4522-93CE-437D57CF7B48}" type="presParOf" srcId="{B6C285AA-6EBD-4F25-946E-D75959D91CBA}" destId="{90891918-C59C-42FE-AC1A-5A9861C64BB9}" srcOrd="1" destOrd="0" presId="urn:microsoft.com/office/officeart/2005/8/layout/hierarchy2"/>
    <dgm:cxn modelId="{29A6B767-29D8-47C8-A648-6F18A8938EAC}" type="presParOf" srcId="{90891918-C59C-42FE-AC1A-5A9861C64BB9}" destId="{5F03F766-38A3-43D3-ABCA-DB058E542171}" srcOrd="0" destOrd="0" presId="urn:microsoft.com/office/officeart/2005/8/layout/hierarchy2"/>
    <dgm:cxn modelId="{6960A85A-2713-4C82-95A2-7605CD187E17}" type="presParOf" srcId="{90891918-C59C-42FE-AC1A-5A9861C64BB9}" destId="{F7E8DAA5-1331-447F-94A3-1C210386B8CA}" srcOrd="1" destOrd="0" presId="urn:microsoft.com/office/officeart/2005/8/layout/hierarchy2"/>
    <dgm:cxn modelId="{7F2640F3-4B62-4502-A02D-F629792301C6}" type="presParOf" srcId="{B6C285AA-6EBD-4F25-946E-D75959D91CBA}" destId="{E4D59A27-B777-4B19-9861-DEF8DC0358F5}" srcOrd="2" destOrd="0" presId="urn:microsoft.com/office/officeart/2005/8/layout/hierarchy2"/>
    <dgm:cxn modelId="{B72794C1-0AD7-4B40-B253-D1D8651FCDBD}" type="presParOf" srcId="{E4D59A27-B777-4B19-9861-DEF8DC0358F5}" destId="{96C24259-90C4-43F7-BF8C-9AE6D986F91D}" srcOrd="0" destOrd="0" presId="urn:microsoft.com/office/officeart/2005/8/layout/hierarchy2"/>
    <dgm:cxn modelId="{A7E232F6-08FC-460E-9B9A-6144FF4E59C9}" type="presParOf" srcId="{B6C285AA-6EBD-4F25-946E-D75959D91CBA}" destId="{08C9B9E5-51F6-4300-8103-C8609FF169A3}" srcOrd="3" destOrd="0" presId="urn:microsoft.com/office/officeart/2005/8/layout/hierarchy2"/>
    <dgm:cxn modelId="{3D244B35-E373-4561-B30F-02D9394F0318}" type="presParOf" srcId="{08C9B9E5-51F6-4300-8103-C8609FF169A3}" destId="{5516DB7B-9CCD-4B74-9142-092ABCA3E4B4}" srcOrd="0" destOrd="0" presId="urn:microsoft.com/office/officeart/2005/8/layout/hierarchy2"/>
    <dgm:cxn modelId="{44BEDE88-D4FC-4F0B-8716-7B75D03FA6C8}" type="presParOf" srcId="{08C9B9E5-51F6-4300-8103-C8609FF169A3}" destId="{7B0D6C5A-7A01-4B38-AA48-6AA288D924F9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E1C4A09-9906-485E-89C0-E73F19A5EB0D}" type="doc">
      <dgm:prSet loTypeId="urn:microsoft.com/office/officeart/2005/8/layout/hierarchy2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98F78A88-8C92-4BE2-B6E7-C26D4D496E31}">
      <dgm:prSet phldrT="[Text]"/>
      <dgm:spPr/>
      <dgm:t>
        <a:bodyPr/>
        <a:lstStyle/>
        <a:p>
          <a:r>
            <a:rPr lang="en-GB" dirty="0"/>
            <a:t>Data</a:t>
          </a:r>
        </a:p>
      </dgm:t>
    </dgm:pt>
    <dgm:pt modelId="{FDC07CEB-547A-4290-98F7-218E3A58E467}" type="parTrans" cxnId="{29808FF7-E6DC-4A4A-B022-67DE80BB2285}">
      <dgm:prSet/>
      <dgm:spPr/>
      <dgm:t>
        <a:bodyPr/>
        <a:lstStyle/>
        <a:p>
          <a:endParaRPr lang="en-GB"/>
        </a:p>
      </dgm:t>
    </dgm:pt>
    <dgm:pt modelId="{3A596598-6487-4076-B507-F48FBD87468F}" type="sibTrans" cxnId="{29808FF7-E6DC-4A4A-B022-67DE80BB2285}">
      <dgm:prSet/>
      <dgm:spPr/>
      <dgm:t>
        <a:bodyPr/>
        <a:lstStyle/>
        <a:p>
          <a:endParaRPr lang="en-GB"/>
        </a:p>
      </dgm:t>
    </dgm:pt>
    <dgm:pt modelId="{9E897FAF-F6E7-4EB9-946C-AB09E31F5767}">
      <dgm:prSet phldrT="[Text]"/>
      <dgm:spPr>
        <a:solidFill>
          <a:schemeClr val="accent1">
            <a:lumMod val="75000"/>
          </a:schemeClr>
        </a:solidFill>
      </dgm:spPr>
      <dgm:t>
        <a:bodyPr/>
        <a:lstStyle/>
        <a:p>
          <a:r>
            <a:rPr lang="en-GB" dirty="0"/>
            <a:t>Discrete</a:t>
          </a:r>
        </a:p>
        <a:p>
          <a:r>
            <a:rPr lang="en-GB" dirty="0"/>
            <a:t>(Categorical)</a:t>
          </a:r>
        </a:p>
      </dgm:t>
    </dgm:pt>
    <dgm:pt modelId="{11768D20-F57E-4E62-B542-FB119384F308}" type="parTrans" cxnId="{05FCAF2B-8AB5-4196-AA0F-2E0F9A41265B}">
      <dgm:prSet/>
      <dgm:spPr/>
      <dgm:t>
        <a:bodyPr/>
        <a:lstStyle/>
        <a:p>
          <a:endParaRPr lang="en-GB"/>
        </a:p>
      </dgm:t>
    </dgm:pt>
    <dgm:pt modelId="{8F7A66A8-4D3B-4CED-A1A7-115739969ADA}" type="sibTrans" cxnId="{05FCAF2B-8AB5-4196-AA0F-2E0F9A41265B}">
      <dgm:prSet/>
      <dgm:spPr/>
      <dgm:t>
        <a:bodyPr/>
        <a:lstStyle/>
        <a:p>
          <a:endParaRPr lang="en-GB"/>
        </a:p>
      </dgm:t>
    </dgm:pt>
    <dgm:pt modelId="{A0560F68-F3EF-411F-9A20-9CD24323A82B}">
      <dgm:prSet phldrT="[Text]"/>
      <dgm:spPr/>
      <dgm:t>
        <a:bodyPr/>
        <a:lstStyle/>
        <a:p>
          <a:r>
            <a:rPr lang="en-GB" dirty="0"/>
            <a:t>Nominal</a:t>
          </a:r>
        </a:p>
      </dgm:t>
    </dgm:pt>
    <dgm:pt modelId="{B03297A2-4D47-4D78-A536-F5AAF8A54C97}" type="parTrans" cxnId="{52641509-EC55-4D07-8076-A6397DA58475}">
      <dgm:prSet/>
      <dgm:spPr/>
      <dgm:t>
        <a:bodyPr/>
        <a:lstStyle/>
        <a:p>
          <a:endParaRPr lang="en-GB"/>
        </a:p>
      </dgm:t>
    </dgm:pt>
    <dgm:pt modelId="{89F67D0B-65CE-4557-BB4B-E9F1F5018312}" type="sibTrans" cxnId="{52641509-EC55-4D07-8076-A6397DA58475}">
      <dgm:prSet/>
      <dgm:spPr/>
      <dgm:t>
        <a:bodyPr/>
        <a:lstStyle/>
        <a:p>
          <a:endParaRPr lang="en-GB"/>
        </a:p>
      </dgm:t>
    </dgm:pt>
    <dgm:pt modelId="{E08C3C12-0F50-4D95-AF76-8CBFD9B55762}">
      <dgm:prSet phldrT="[Text]"/>
      <dgm:spPr/>
      <dgm:t>
        <a:bodyPr/>
        <a:lstStyle/>
        <a:p>
          <a:r>
            <a:rPr lang="en-GB" dirty="0"/>
            <a:t>Ordinal</a:t>
          </a:r>
        </a:p>
      </dgm:t>
    </dgm:pt>
    <dgm:pt modelId="{11F65CF1-1390-4F75-8D53-BEAC143D874E}" type="parTrans" cxnId="{030E0413-D4AC-4D52-8020-472F29CF4D3E}">
      <dgm:prSet/>
      <dgm:spPr/>
      <dgm:t>
        <a:bodyPr/>
        <a:lstStyle/>
        <a:p>
          <a:endParaRPr lang="en-GB"/>
        </a:p>
      </dgm:t>
    </dgm:pt>
    <dgm:pt modelId="{D3946E95-0689-4B5C-A37C-65598203D981}" type="sibTrans" cxnId="{030E0413-D4AC-4D52-8020-472F29CF4D3E}">
      <dgm:prSet/>
      <dgm:spPr/>
      <dgm:t>
        <a:bodyPr/>
        <a:lstStyle/>
        <a:p>
          <a:endParaRPr lang="en-GB"/>
        </a:p>
      </dgm:t>
    </dgm:pt>
    <dgm:pt modelId="{A360D137-27C2-498E-BCA6-63D06FF672E2}">
      <dgm:prSet phldrT="[Text]"/>
      <dgm:spPr>
        <a:solidFill>
          <a:schemeClr val="accent1">
            <a:lumMod val="75000"/>
          </a:schemeClr>
        </a:solidFill>
      </dgm:spPr>
      <dgm:t>
        <a:bodyPr/>
        <a:lstStyle/>
        <a:p>
          <a:r>
            <a:rPr lang="en-GB" dirty="0"/>
            <a:t>Continuous</a:t>
          </a:r>
        </a:p>
        <a:p>
          <a:r>
            <a:rPr lang="en-GB" dirty="0"/>
            <a:t>(Scale)</a:t>
          </a:r>
        </a:p>
      </dgm:t>
    </dgm:pt>
    <dgm:pt modelId="{7B45C74C-9E79-4668-9CB2-3DAD3AB8F0F5}" type="parTrans" cxnId="{E48025C2-86E1-4BC3-A0A2-AE346FB45D3A}">
      <dgm:prSet/>
      <dgm:spPr/>
      <dgm:t>
        <a:bodyPr/>
        <a:lstStyle/>
        <a:p>
          <a:endParaRPr lang="en-GB"/>
        </a:p>
      </dgm:t>
    </dgm:pt>
    <dgm:pt modelId="{108292C9-00BE-462E-9BCF-15E75C340206}" type="sibTrans" cxnId="{E48025C2-86E1-4BC3-A0A2-AE346FB45D3A}">
      <dgm:prSet/>
      <dgm:spPr/>
      <dgm:t>
        <a:bodyPr/>
        <a:lstStyle/>
        <a:p>
          <a:endParaRPr lang="en-GB"/>
        </a:p>
      </dgm:t>
    </dgm:pt>
    <dgm:pt modelId="{13A361C7-F8B2-432F-84B2-F7C5CDFFFF1D}">
      <dgm:prSet phldrT="[Text]"/>
      <dgm:spPr/>
      <dgm:t>
        <a:bodyPr/>
        <a:lstStyle/>
        <a:p>
          <a:r>
            <a:rPr lang="en-GB" dirty="0"/>
            <a:t>Interval</a:t>
          </a:r>
        </a:p>
      </dgm:t>
    </dgm:pt>
    <dgm:pt modelId="{EEB1ED05-2069-4CB9-9669-7EA874483F82}" type="parTrans" cxnId="{373BADB3-D597-4659-98B8-8F17ECDD2464}">
      <dgm:prSet/>
      <dgm:spPr/>
      <dgm:t>
        <a:bodyPr/>
        <a:lstStyle/>
        <a:p>
          <a:endParaRPr lang="en-GB"/>
        </a:p>
      </dgm:t>
    </dgm:pt>
    <dgm:pt modelId="{21EFD97C-4EED-4155-9B40-3EEE46097BCF}" type="sibTrans" cxnId="{373BADB3-D597-4659-98B8-8F17ECDD2464}">
      <dgm:prSet/>
      <dgm:spPr/>
      <dgm:t>
        <a:bodyPr/>
        <a:lstStyle/>
        <a:p>
          <a:endParaRPr lang="en-GB"/>
        </a:p>
      </dgm:t>
    </dgm:pt>
    <dgm:pt modelId="{7FD79762-2860-4D4D-A86D-724A874DBBFE}">
      <dgm:prSet phldrT="[Text]"/>
      <dgm:spPr/>
      <dgm:t>
        <a:bodyPr/>
        <a:lstStyle/>
        <a:p>
          <a:r>
            <a:rPr lang="en-GB" dirty="0"/>
            <a:t>Ratio</a:t>
          </a:r>
        </a:p>
      </dgm:t>
    </dgm:pt>
    <dgm:pt modelId="{3BA3A7BF-A8A9-454F-B91A-55C59E588768}" type="parTrans" cxnId="{5D5B59D1-85FD-401F-99BC-2835F9B5A918}">
      <dgm:prSet/>
      <dgm:spPr/>
      <dgm:t>
        <a:bodyPr/>
        <a:lstStyle/>
        <a:p>
          <a:endParaRPr lang="en-GB"/>
        </a:p>
      </dgm:t>
    </dgm:pt>
    <dgm:pt modelId="{96727C2A-A4CF-4033-BF48-1C70BF446092}" type="sibTrans" cxnId="{5D5B59D1-85FD-401F-99BC-2835F9B5A918}">
      <dgm:prSet/>
      <dgm:spPr/>
      <dgm:t>
        <a:bodyPr/>
        <a:lstStyle/>
        <a:p>
          <a:endParaRPr lang="en-GB"/>
        </a:p>
      </dgm:t>
    </dgm:pt>
    <dgm:pt modelId="{9A53181D-7007-485D-AF81-61C22B55D7FD}" type="pres">
      <dgm:prSet presAssocID="{5E1C4A09-9906-485E-89C0-E73F19A5EB0D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912E18CD-D7F4-4644-92B4-C3A5B6115E5D}" type="pres">
      <dgm:prSet presAssocID="{98F78A88-8C92-4BE2-B6E7-C26D4D496E31}" presName="root1" presStyleCnt="0"/>
      <dgm:spPr/>
    </dgm:pt>
    <dgm:pt modelId="{38F9B0F2-02CD-46E6-92F2-DB8A06836752}" type="pres">
      <dgm:prSet presAssocID="{98F78A88-8C92-4BE2-B6E7-C26D4D496E31}" presName="LevelOneTextNode" presStyleLbl="node0" presStyleIdx="0" presStyleCnt="1">
        <dgm:presLayoutVars>
          <dgm:chPref val="3"/>
        </dgm:presLayoutVars>
      </dgm:prSet>
      <dgm:spPr/>
    </dgm:pt>
    <dgm:pt modelId="{D8B978EA-761C-46FD-9DEE-AF2E475B4361}" type="pres">
      <dgm:prSet presAssocID="{98F78A88-8C92-4BE2-B6E7-C26D4D496E31}" presName="level2hierChild" presStyleCnt="0"/>
      <dgm:spPr/>
    </dgm:pt>
    <dgm:pt modelId="{1F4F0E18-CF30-499D-88CF-868738D79FCA}" type="pres">
      <dgm:prSet presAssocID="{11768D20-F57E-4E62-B542-FB119384F308}" presName="conn2-1" presStyleLbl="parChTrans1D2" presStyleIdx="0" presStyleCnt="2"/>
      <dgm:spPr/>
    </dgm:pt>
    <dgm:pt modelId="{0105FEC9-7A4D-4CD1-8D5F-33FE88EBE90C}" type="pres">
      <dgm:prSet presAssocID="{11768D20-F57E-4E62-B542-FB119384F308}" presName="connTx" presStyleLbl="parChTrans1D2" presStyleIdx="0" presStyleCnt="2"/>
      <dgm:spPr/>
    </dgm:pt>
    <dgm:pt modelId="{83A1260F-DBEE-41C4-A1EB-49B22FE65212}" type="pres">
      <dgm:prSet presAssocID="{9E897FAF-F6E7-4EB9-946C-AB09E31F5767}" presName="root2" presStyleCnt="0"/>
      <dgm:spPr/>
    </dgm:pt>
    <dgm:pt modelId="{58BEF3EF-F049-4D38-AB2A-D22131061FA4}" type="pres">
      <dgm:prSet presAssocID="{9E897FAF-F6E7-4EB9-946C-AB09E31F5767}" presName="LevelTwoTextNode" presStyleLbl="node2" presStyleIdx="0" presStyleCnt="2">
        <dgm:presLayoutVars>
          <dgm:chPref val="3"/>
        </dgm:presLayoutVars>
      </dgm:prSet>
      <dgm:spPr/>
    </dgm:pt>
    <dgm:pt modelId="{D2BD35C0-F003-41EF-8FFA-CC857976B2C2}" type="pres">
      <dgm:prSet presAssocID="{9E897FAF-F6E7-4EB9-946C-AB09E31F5767}" presName="level3hierChild" presStyleCnt="0"/>
      <dgm:spPr/>
    </dgm:pt>
    <dgm:pt modelId="{6E5B624B-457B-40F2-A504-A3D2F7A95B76}" type="pres">
      <dgm:prSet presAssocID="{B03297A2-4D47-4D78-A536-F5AAF8A54C97}" presName="conn2-1" presStyleLbl="parChTrans1D3" presStyleIdx="0" presStyleCnt="4"/>
      <dgm:spPr/>
    </dgm:pt>
    <dgm:pt modelId="{DF6F5456-2320-4B97-A685-743C387C6553}" type="pres">
      <dgm:prSet presAssocID="{B03297A2-4D47-4D78-A536-F5AAF8A54C97}" presName="connTx" presStyleLbl="parChTrans1D3" presStyleIdx="0" presStyleCnt="4"/>
      <dgm:spPr/>
    </dgm:pt>
    <dgm:pt modelId="{879B4F79-F868-4920-A770-8A7151381971}" type="pres">
      <dgm:prSet presAssocID="{A0560F68-F3EF-411F-9A20-9CD24323A82B}" presName="root2" presStyleCnt="0"/>
      <dgm:spPr/>
    </dgm:pt>
    <dgm:pt modelId="{32474210-F4B2-4A8D-B9B4-0FB3B02F7DFE}" type="pres">
      <dgm:prSet presAssocID="{A0560F68-F3EF-411F-9A20-9CD24323A82B}" presName="LevelTwoTextNode" presStyleLbl="node3" presStyleIdx="0" presStyleCnt="4">
        <dgm:presLayoutVars>
          <dgm:chPref val="3"/>
        </dgm:presLayoutVars>
      </dgm:prSet>
      <dgm:spPr/>
    </dgm:pt>
    <dgm:pt modelId="{D5B7123C-A864-49FC-81A8-591A57688F11}" type="pres">
      <dgm:prSet presAssocID="{A0560F68-F3EF-411F-9A20-9CD24323A82B}" presName="level3hierChild" presStyleCnt="0"/>
      <dgm:spPr/>
    </dgm:pt>
    <dgm:pt modelId="{22CA5DFA-AAB5-4B95-9596-C45439ACBC1B}" type="pres">
      <dgm:prSet presAssocID="{11F65CF1-1390-4F75-8D53-BEAC143D874E}" presName="conn2-1" presStyleLbl="parChTrans1D3" presStyleIdx="1" presStyleCnt="4"/>
      <dgm:spPr/>
    </dgm:pt>
    <dgm:pt modelId="{92B44C37-B9EA-45F0-986B-910080618AC8}" type="pres">
      <dgm:prSet presAssocID="{11F65CF1-1390-4F75-8D53-BEAC143D874E}" presName="connTx" presStyleLbl="parChTrans1D3" presStyleIdx="1" presStyleCnt="4"/>
      <dgm:spPr/>
    </dgm:pt>
    <dgm:pt modelId="{C06F1434-B563-462D-9A53-925D01A47A22}" type="pres">
      <dgm:prSet presAssocID="{E08C3C12-0F50-4D95-AF76-8CBFD9B55762}" presName="root2" presStyleCnt="0"/>
      <dgm:spPr/>
    </dgm:pt>
    <dgm:pt modelId="{25C29970-ED50-4467-A375-89FC1FA97488}" type="pres">
      <dgm:prSet presAssocID="{E08C3C12-0F50-4D95-AF76-8CBFD9B55762}" presName="LevelTwoTextNode" presStyleLbl="node3" presStyleIdx="1" presStyleCnt="4">
        <dgm:presLayoutVars>
          <dgm:chPref val="3"/>
        </dgm:presLayoutVars>
      </dgm:prSet>
      <dgm:spPr/>
    </dgm:pt>
    <dgm:pt modelId="{0E6BB52E-72AE-4C81-B93E-0FCC0B7376FD}" type="pres">
      <dgm:prSet presAssocID="{E08C3C12-0F50-4D95-AF76-8CBFD9B55762}" presName="level3hierChild" presStyleCnt="0"/>
      <dgm:spPr/>
    </dgm:pt>
    <dgm:pt modelId="{E10409E0-8F86-4918-A7A7-59767FA785CC}" type="pres">
      <dgm:prSet presAssocID="{7B45C74C-9E79-4668-9CB2-3DAD3AB8F0F5}" presName="conn2-1" presStyleLbl="parChTrans1D2" presStyleIdx="1" presStyleCnt="2"/>
      <dgm:spPr/>
    </dgm:pt>
    <dgm:pt modelId="{11CF6440-8BE5-432A-8C85-F8299D0CD6E6}" type="pres">
      <dgm:prSet presAssocID="{7B45C74C-9E79-4668-9CB2-3DAD3AB8F0F5}" presName="connTx" presStyleLbl="parChTrans1D2" presStyleIdx="1" presStyleCnt="2"/>
      <dgm:spPr/>
    </dgm:pt>
    <dgm:pt modelId="{A360677A-5269-429E-A5C2-066B9BDC3E27}" type="pres">
      <dgm:prSet presAssocID="{A360D137-27C2-498E-BCA6-63D06FF672E2}" presName="root2" presStyleCnt="0"/>
      <dgm:spPr/>
    </dgm:pt>
    <dgm:pt modelId="{6522A185-3353-452B-B414-DAD37E89BE77}" type="pres">
      <dgm:prSet presAssocID="{A360D137-27C2-498E-BCA6-63D06FF672E2}" presName="LevelTwoTextNode" presStyleLbl="node2" presStyleIdx="1" presStyleCnt="2">
        <dgm:presLayoutVars>
          <dgm:chPref val="3"/>
        </dgm:presLayoutVars>
      </dgm:prSet>
      <dgm:spPr/>
    </dgm:pt>
    <dgm:pt modelId="{0E48A4CC-AB2E-4BC0-856A-D4069033A87E}" type="pres">
      <dgm:prSet presAssocID="{A360D137-27C2-498E-BCA6-63D06FF672E2}" presName="level3hierChild" presStyleCnt="0"/>
      <dgm:spPr/>
    </dgm:pt>
    <dgm:pt modelId="{3F7C7073-C93F-4C51-90CE-D08A22F0CAF4}" type="pres">
      <dgm:prSet presAssocID="{EEB1ED05-2069-4CB9-9669-7EA874483F82}" presName="conn2-1" presStyleLbl="parChTrans1D3" presStyleIdx="2" presStyleCnt="4"/>
      <dgm:spPr/>
    </dgm:pt>
    <dgm:pt modelId="{B06C6B8B-866F-428E-8A9F-2DE56DD03595}" type="pres">
      <dgm:prSet presAssocID="{EEB1ED05-2069-4CB9-9669-7EA874483F82}" presName="connTx" presStyleLbl="parChTrans1D3" presStyleIdx="2" presStyleCnt="4"/>
      <dgm:spPr/>
    </dgm:pt>
    <dgm:pt modelId="{D9178514-BA06-4DEF-B5D3-C74CD30BE57A}" type="pres">
      <dgm:prSet presAssocID="{13A361C7-F8B2-432F-84B2-F7C5CDFFFF1D}" presName="root2" presStyleCnt="0"/>
      <dgm:spPr/>
    </dgm:pt>
    <dgm:pt modelId="{573A515B-F75D-4B70-8711-41F4B0374F9D}" type="pres">
      <dgm:prSet presAssocID="{13A361C7-F8B2-432F-84B2-F7C5CDFFFF1D}" presName="LevelTwoTextNode" presStyleLbl="node3" presStyleIdx="2" presStyleCnt="4">
        <dgm:presLayoutVars>
          <dgm:chPref val="3"/>
        </dgm:presLayoutVars>
      </dgm:prSet>
      <dgm:spPr/>
    </dgm:pt>
    <dgm:pt modelId="{EEFA13A8-75A4-42A6-B2D5-5FBA7A531CD0}" type="pres">
      <dgm:prSet presAssocID="{13A361C7-F8B2-432F-84B2-F7C5CDFFFF1D}" presName="level3hierChild" presStyleCnt="0"/>
      <dgm:spPr/>
    </dgm:pt>
    <dgm:pt modelId="{831200FD-4867-4FEE-BDA8-111650CF7ACA}" type="pres">
      <dgm:prSet presAssocID="{3BA3A7BF-A8A9-454F-B91A-55C59E588768}" presName="conn2-1" presStyleLbl="parChTrans1D3" presStyleIdx="3" presStyleCnt="4"/>
      <dgm:spPr/>
    </dgm:pt>
    <dgm:pt modelId="{E6C367E8-A513-4A28-8D99-5B432A80D421}" type="pres">
      <dgm:prSet presAssocID="{3BA3A7BF-A8A9-454F-B91A-55C59E588768}" presName="connTx" presStyleLbl="parChTrans1D3" presStyleIdx="3" presStyleCnt="4"/>
      <dgm:spPr/>
    </dgm:pt>
    <dgm:pt modelId="{36872AAB-1C24-4CFF-8D5E-B98B2B8722E5}" type="pres">
      <dgm:prSet presAssocID="{7FD79762-2860-4D4D-A86D-724A874DBBFE}" presName="root2" presStyleCnt="0"/>
      <dgm:spPr/>
    </dgm:pt>
    <dgm:pt modelId="{32C3301F-6193-4CCF-9D46-B3E5B0F890C9}" type="pres">
      <dgm:prSet presAssocID="{7FD79762-2860-4D4D-A86D-724A874DBBFE}" presName="LevelTwoTextNode" presStyleLbl="node3" presStyleIdx="3" presStyleCnt="4">
        <dgm:presLayoutVars>
          <dgm:chPref val="3"/>
        </dgm:presLayoutVars>
      </dgm:prSet>
      <dgm:spPr/>
    </dgm:pt>
    <dgm:pt modelId="{95518454-B66A-4D48-A2B6-C119787C0A3B}" type="pres">
      <dgm:prSet presAssocID="{7FD79762-2860-4D4D-A86D-724A874DBBFE}" presName="level3hierChild" presStyleCnt="0"/>
      <dgm:spPr/>
    </dgm:pt>
  </dgm:ptLst>
  <dgm:cxnLst>
    <dgm:cxn modelId="{0D988406-A9BA-4690-B394-8E43C83DB310}" type="presOf" srcId="{A360D137-27C2-498E-BCA6-63D06FF672E2}" destId="{6522A185-3353-452B-B414-DAD37E89BE77}" srcOrd="0" destOrd="0" presId="urn:microsoft.com/office/officeart/2005/8/layout/hierarchy2"/>
    <dgm:cxn modelId="{52641509-EC55-4D07-8076-A6397DA58475}" srcId="{9E897FAF-F6E7-4EB9-946C-AB09E31F5767}" destId="{A0560F68-F3EF-411F-9A20-9CD24323A82B}" srcOrd="0" destOrd="0" parTransId="{B03297A2-4D47-4D78-A536-F5AAF8A54C97}" sibTransId="{89F67D0B-65CE-4557-BB4B-E9F1F5018312}"/>
    <dgm:cxn modelId="{0C2E1E0D-49D7-4063-85DB-64B340E8AD33}" type="presOf" srcId="{B03297A2-4D47-4D78-A536-F5AAF8A54C97}" destId="{DF6F5456-2320-4B97-A685-743C387C6553}" srcOrd="1" destOrd="0" presId="urn:microsoft.com/office/officeart/2005/8/layout/hierarchy2"/>
    <dgm:cxn modelId="{3F6B9211-566B-4392-9DDE-DF3B6F7EF3BF}" type="presOf" srcId="{13A361C7-F8B2-432F-84B2-F7C5CDFFFF1D}" destId="{573A515B-F75D-4B70-8711-41F4B0374F9D}" srcOrd="0" destOrd="0" presId="urn:microsoft.com/office/officeart/2005/8/layout/hierarchy2"/>
    <dgm:cxn modelId="{030E0413-D4AC-4D52-8020-472F29CF4D3E}" srcId="{9E897FAF-F6E7-4EB9-946C-AB09E31F5767}" destId="{E08C3C12-0F50-4D95-AF76-8CBFD9B55762}" srcOrd="1" destOrd="0" parTransId="{11F65CF1-1390-4F75-8D53-BEAC143D874E}" sibTransId="{D3946E95-0689-4B5C-A37C-65598203D981}"/>
    <dgm:cxn modelId="{8DECE018-B6FD-4F38-A43B-7B2CD4FEF620}" type="presOf" srcId="{A0560F68-F3EF-411F-9A20-9CD24323A82B}" destId="{32474210-F4B2-4A8D-B9B4-0FB3B02F7DFE}" srcOrd="0" destOrd="0" presId="urn:microsoft.com/office/officeart/2005/8/layout/hierarchy2"/>
    <dgm:cxn modelId="{E5AD0C1F-4B5B-45C9-B767-3DFF6A307B3E}" type="presOf" srcId="{EEB1ED05-2069-4CB9-9669-7EA874483F82}" destId="{3F7C7073-C93F-4C51-90CE-D08A22F0CAF4}" srcOrd="0" destOrd="0" presId="urn:microsoft.com/office/officeart/2005/8/layout/hierarchy2"/>
    <dgm:cxn modelId="{E8546B23-39AE-41DD-8D91-07899825131F}" type="presOf" srcId="{11F65CF1-1390-4F75-8D53-BEAC143D874E}" destId="{22CA5DFA-AAB5-4B95-9596-C45439ACBC1B}" srcOrd="0" destOrd="0" presId="urn:microsoft.com/office/officeart/2005/8/layout/hierarchy2"/>
    <dgm:cxn modelId="{05FCAF2B-8AB5-4196-AA0F-2E0F9A41265B}" srcId="{98F78A88-8C92-4BE2-B6E7-C26D4D496E31}" destId="{9E897FAF-F6E7-4EB9-946C-AB09E31F5767}" srcOrd="0" destOrd="0" parTransId="{11768D20-F57E-4E62-B542-FB119384F308}" sibTransId="{8F7A66A8-4D3B-4CED-A1A7-115739969ADA}"/>
    <dgm:cxn modelId="{375B6733-A333-4F38-8156-B5884D3BC4C9}" type="presOf" srcId="{7B45C74C-9E79-4668-9CB2-3DAD3AB8F0F5}" destId="{11CF6440-8BE5-432A-8C85-F8299D0CD6E6}" srcOrd="1" destOrd="0" presId="urn:microsoft.com/office/officeart/2005/8/layout/hierarchy2"/>
    <dgm:cxn modelId="{ED87DC70-5723-4CBD-9BEC-16A975F0C8E0}" type="presOf" srcId="{5E1C4A09-9906-485E-89C0-E73F19A5EB0D}" destId="{9A53181D-7007-485D-AF81-61C22B55D7FD}" srcOrd="0" destOrd="0" presId="urn:microsoft.com/office/officeart/2005/8/layout/hierarchy2"/>
    <dgm:cxn modelId="{B1BBF451-6EED-4137-9D19-1325FE2FD212}" type="presOf" srcId="{3BA3A7BF-A8A9-454F-B91A-55C59E588768}" destId="{E6C367E8-A513-4A28-8D99-5B432A80D421}" srcOrd="1" destOrd="0" presId="urn:microsoft.com/office/officeart/2005/8/layout/hierarchy2"/>
    <dgm:cxn modelId="{C82FB856-A8E1-45B5-B4AD-0DFB17115FA8}" type="presOf" srcId="{7B45C74C-9E79-4668-9CB2-3DAD3AB8F0F5}" destId="{E10409E0-8F86-4918-A7A7-59767FA785CC}" srcOrd="0" destOrd="0" presId="urn:microsoft.com/office/officeart/2005/8/layout/hierarchy2"/>
    <dgm:cxn modelId="{C940E987-8D5B-4DF6-AC18-0FC10A386C36}" type="presOf" srcId="{9E897FAF-F6E7-4EB9-946C-AB09E31F5767}" destId="{58BEF3EF-F049-4D38-AB2A-D22131061FA4}" srcOrd="0" destOrd="0" presId="urn:microsoft.com/office/officeart/2005/8/layout/hierarchy2"/>
    <dgm:cxn modelId="{D8B3789A-D6BB-4601-A126-570AA1E96336}" type="presOf" srcId="{11768D20-F57E-4E62-B542-FB119384F308}" destId="{0105FEC9-7A4D-4CD1-8D5F-33FE88EBE90C}" srcOrd="1" destOrd="0" presId="urn:microsoft.com/office/officeart/2005/8/layout/hierarchy2"/>
    <dgm:cxn modelId="{AB4CC6A4-0D00-4FDF-9090-CB352B7EF2A6}" type="presOf" srcId="{E08C3C12-0F50-4D95-AF76-8CBFD9B55762}" destId="{25C29970-ED50-4467-A375-89FC1FA97488}" srcOrd="0" destOrd="0" presId="urn:microsoft.com/office/officeart/2005/8/layout/hierarchy2"/>
    <dgm:cxn modelId="{373BADB3-D597-4659-98B8-8F17ECDD2464}" srcId="{A360D137-27C2-498E-BCA6-63D06FF672E2}" destId="{13A361C7-F8B2-432F-84B2-F7C5CDFFFF1D}" srcOrd="0" destOrd="0" parTransId="{EEB1ED05-2069-4CB9-9669-7EA874483F82}" sibTransId="{21EFD97C-4EED-4155-9B40-3EEE46097BCF}"/>
    <dgm:cxn modelId="{7E100FBE-0D92-49F5-B6AB-FBDEB23F4B97}" type="presOf" srcId="{B03297A2-4D47-4D78-A536-F5AAF8A54C97}" destId="{6E5B624B-457B-40F2-A504-A3D2F7A95B76}" srcOrd="0" destOrd="0" presId="urn:microsoft.com/office/officeart/2005/8/layout/hierarchy2"/>
    <dgm:cxn modelId="{A00C90BE-6A67-4ABB-8C9E-59C240D4225B}" type="presOf" srcId="{11F65CF1-1390-4F75-8D53-BEAC143D874E}" destId="{92B44C37-B9EA-45F0-986B-910080618AC8}" srcOrd="1" destOrd="0" presId="urn:microsoft.com/office/officeart/2005/8/layout/hierarchy2"/>
    <dgm:cxn modelId="{119660C1-6092-4F5A-BBCE-6F0B8840E18C}" type="presOf" srcId="{11768D20-F57E-4E62-B542-FB119384F308}" destId="{1F4F0E18-CF30-499D-88CF-868738D79FCA}" srcOrd="0" destOrd="0" presId="urn:microsoft.com/office/officeart/2005/8/layout/hierarchy2"/>
    <dgm:cxn modelId="{E48025C2-86E1-4BC3-A0A2-AE346FB45D3A}" srcId="{98F78A88-8C92-4BE2-B6E7-C26D4D496E31}" destId="{A360D137-27C2-498E-BCA6-63D06FF672E2}" srcOrd="1" destOrd="0" parTransId="{7B45C74C-9E79-4668-9CB2-3DAD3AB8F0F5}" sibTransId="{108292C9-00BE-462E-9BCF-15E75C340206}"/>
    <dgm:cxn modelId="{4A823DCE-47AD-409E-9510-A69C27211D61}" type="presOf" srcId="{98F78A88-8C92-4BE2-B6E7-C26D4D496E31}" destId="{38F9B0F2-02CD-46E6-92F2-DB8A06836752}" srcOrd="0" destOrd="0" presId="urn:microsoft.com/office/officeart/2005/8/layout/hierarchy2"/>
    <dgm:cxn modelId="{5D5B59D1-85FD-401F-99BC-2835F9B5A918}" srcId="{A360D137-27C2-498E-BCA6-63D06FF672E2}" destId="{7FD79762-2860-4D4D-A86D-724A874DBBFE}" srcOrd="1" destOrd="0" parTransId="{3BA3A7BF-A8A9-454F-B91A-55C59E588768}" sibTransId="{96727C2A-A4CF-4033-BF48-1C70BF446092}"/>
    <dgm:cxn modelId="{1A7B18E5-1596-4F06-8691-50EDCF8ED412}" type="presOf" srcId="{3BA3A7BF-A8A9-454F-B91A-55C59E588768}" destId="{831200FD-4867-4FEE-BDA8-111650CF7ACA}" srcOrd="0" destOrd="0" presId="urn:microsoft.com/office/officeart/2005/8/layout/hierarchy2"/>
    <dgm:cxn modelId="{411D2EF5-23D2-4BAB-829B-AACC2A153733}" type="presOf" srcId="{EEB1ED05-2069-4CB9-9669-7EA874483F82}" destId="{B06C6B8B-866F-428E-8A9F-2DE56DD03595}" srcOrd="1" destOrd="0" presId="urn:microsoft.com/office/officeart/2005/8/layout/hierarchy2"/>
    <dgm:cxn modelId="{29808FF7-E6DC-4A4A-B022-67DE80BB2285}" srcId="{5E1C4A09-9906-485E-89C0-E73F19A5EB0D}" destId="{98F78A88-8C92-4BE2-B6E7-C26D4D496E31}" srcOrd="0" destOrd="0" parTransId="{FDC07CEB-547A-4290-98F7-218E3A58E467}" sibTransId="{3A596598-6487-4076-B507-F48FBD87468F}"/>
    <dgm:cxn modelId="{F06001FA-2CD4-4324-8371-535F331D7560}" type="presOf" srcId="{7FD79762-2860-4D4D-A86D-724A874DBBFE}" destId="{32C3301F-6193-4CCF-9D46-B3E5B0F890C9}" srcOrd="0" destOrd="0" presId="urn:microsoft.com/office/officeart/2005/8/layout/hierarchy2"/>
    <dgm:cxn modelId="{CDF886C7-588F-46FE-850E-DD0699A4C600}" type="presParOf" srcId="{9A53181D-7007-485D-AF81-61C22B55D7FD}" destId="{912E18CD-D7F4-4644-92B4-C3A5B6115E5D}" srcOrd="0" destOrd="0" presId="urn:microsoft.com/office/officeart/2005/8/layout/hierarchy2"/>
    <dgm:cxn modelId="{3593C4A3-062F-4001-A422-1F50F0FD3AF0}" type="presParOf" srcId="{912E18CD-D7F4-4644-92B4-C3A5B6115E5D}" destId="{38F9B0F2-02CD-46E6-92F2-DB8A06836752}" srcOrd="0" destOrd="0" presId="urn:microsoft.com/office/officeart/2005/8/layout/hierarchy2"/>
    <dgm:cxn modelId="{6B5EC2D7-2C2F-4ABC-A331-1552E4F2EFA1}" type="presParOf" srcId="{912E18CD-D7F4-4644-92B4-C3A5B6115E5D}" destId="{D8B978EA-761C-46FD-9DEE-AF2E475B4361}" srcOrd="1" destOrd="0" presId="urn:microsoft.com/office/officeart/2005/8/layout/hierarchy2"/>
    <dgm:cxn modelId="{BE847B04-39E2-4206-9CEB-7EAE719D2B46}" type="presParOf" srcId="{D8B978EA-761C-46FD-9DEE-AF2E475B4361}" destId="{1F4F0E18-CF30-499D-88CF-868738D79FCA}" srcOrd="0" destOrd="0" presId="urn:microsoft.com/office/officeart/2005/8/layout/hierarchy2"/>
    <dgm:cxn modelId="{55D3A64E-C84E-44DB-8BA8-27A5292CAC38}" type="presParOf" srcId="{1F4F0E18-CF30-499D-88CF-868738D79FCA}" destId="{0105FEC9-7A4D-4CD1-8D5F-33FE88EBE90C}" srcOrd="0" destOrd="0" presId="urn:microsoft.com/office/officeart/2005/8/layout/hierarchy2"/>
    <dgm:cxn modelId="{B9023377-636A-452D-9605-AC217E62CCA3}" type="presParOf" srcId="{D8B978EA-761C-46FD-9DEE-AF2E475B4361}" destId="{83A1260F-DBEE-41C4-A1EB-49B22FE65212}" srcOrd="1" destOrd="0" presId="urn:microsoft.com/office/officeart/2005/8/layout/hierarchy2"/>
    <dgm:cxn modelId="{638431CC-C4D6-4A66-B4A0-AF9673927502}" type="presParOf" srcId="{83A1260F-DBEE-41C4-A1EB-49B22FE65212}" destId="{58BEF3EF-F049-4D38-AB2A-D22131061FA4}" srcOrd="0" destOrd="0" presId="urn:microsoft.com/office/officeart/2005/8/layout/hierarchy2"/>
    <dgm:cxn modelId="{9DF09154-D847-49C6-9990-96310C481B80}" type="presParOf" srcId="{83A1260F-DBEE-41C4-A1EB-49B22FE65212}" destId="{D2BD35C0-F003-41EF-8FFA-CC857976B2C2}" srcOrd="1" destOrd="0" presId="urn:microsoft.com/office/officeart/2005/8/layout/hierarchy2"/>
    <dgm:cxn modelId="{FECC1ED3-2085-4138-BE35-625FA315553D}" type="presParOf" srcId="{D2BD35C0-F003-41EF-8FFA-CC857976B2C2}" destId="{6E5B624B-457B-40F2-A504-A3D2F7A95B76}" srcOrd="0" destOrd="0" presId="urn:microsoft.com/office/officeart/2005/8/layout/hierarchy2"/>
    <dgm:cxn modelId="{F2AEFD0C-3733-4558-BEAB-6D21FCE1B622}" type="presParOf" srcId="{6E5B624B-457B-40F2-A504-A3D2F7A95B76}" destId="{DF6F5456-2320-4B97-A685-743C387C6553}" srcOrd="0" destOrd="0" presId="urn:microsoft.com/office/officeart/2005/8/layout/hierarchy2"/>
    <dgm:cxn modelId="{82E92897-914E-4C4A-8204-0E6DBD870CF9}" type="presParOf" srcId="{D2BD35C0-F003-41EF-8FFA-CC857976B2C2}" destId="{879B4F79-F868-4920-A770-8A7151381971}" srcOrd="1" destOrd="0" presId="urn:microsoft.com/office/officeart/2005/8/layout/hierarchy2"/>
    <dgm:cxn modelId="{466B2031-AE8F-4574-9DD5-C5AB1675120B}" type="presParOf" srcId="{879B4F79-F868-4920-A770-8A7151381971}" destId="{32474210-F4B2-4A8D-B9B4-0FB3B02F7DFE}" srcOrd="0" destOrd="0" presId="urn:microsoft.com/office/officeart/2005/8/layout/hierarchy2"/>
    <dgm:cxn modelId="{25D1C4D9-9C18-440C-9E75-D267A3B7E958}" type="presParOf" srcId="{879B4F79-F868-4920-A770-8A7151381971}" destId="{D5B7123C-A864-49FC-81A8-591A57688F11}" srcOrd="1" destOrd="0" presId="urn:microsoft.com/office/officeart/2005/8/layout/hierarchy2"/>
    <dgm:cxn modelId="{D8DD9AAA-CFAD-45AE-A6EE-5A8A0F68402A}" type="presParOf" srcId="{D2BD35C0-F003-41EF-8FFA-CC857976B2C2}" destId="{22CA5DFA-AAB5-4B95-9596-C45439ACBC1B}" srcOrd="2" destOrd="0" presId="urn:microsoft.com/office/officeart/2005/8/layout/hierarchy2"/>
    <dgm:cxn modelId="{9E7271D0-080F-4EA0-8929-92C2335D3FCA}" type="presParOf" srcId="{22CA5DFA-AAB5-4B95-9596-C45439ACBC1B}" destId="{92B44C37-B9EA-45F0-986B-910080618AC8}" srcOrd="0" destOrd="0" presId="urn:microsoft.com/office/officeart/2005/8/layout/hierarchy2"/>
    <dgm:cxn modelId="{032233C9-536B-4919-B2CD-8DCABB9867D8}" type="presParOf" srcId="{D2BD35C0-F003-41EF-8FFA-CC857976B2C2}" destId="{C06F1434-B563-462D-9A53-925D01A47A22}" srcOrd="3" destOrd="0" presId="urn:microsoft.com/office/officeart/2005/8/layout/hierarchy2"/>
    <dgm:cxn modelId="{9CCBE2D7-63BC-4446-9A81-FAB2F9170C95}" type="presParOf" srcId="{C06F1434-B563-462D-9A53-925D01A47A22}" destId="{25C29970-ED50-4467-A375-89FC1FA97488}" srcOrd="0" destOrd="0" presId="urn:microsoft.com/office/officeart/2005/8/layout/hierarchy2"/>
    <dgm:cxn modelId="{ADC1D8EB-A87C-4C53-BC83-815C91040B57}" type="presParOf" srcId="{C06F1434-B563-462D-9A53-925D01A47A22}" destId="{0E6BB52E-72AE-4C81-B93E-0FCC0B7376FD}" srcOrd="1" destOrd="0" presId="urn:microsoft.com/office/officeart/2005/8/layout/hierarchy2"/>
    <dgm:cxn modelId="{F1051E52-80C0-42AE-A634-45706B79ECF7}" type="presParOf" srcId="{D8B978EA-761C-46FD-9DEE-AF2E475B4361}" destId="{E10409E0-8F86-4918-A7A7-59767FA785CC}" srcOrd="2" destOrd="0" presId="urn:microsoft.com/office/officeart/2005/8/layout/hierarchy2"/>
    <dgm:cxn modelId="{CC99A24A-1F81-4FF5-B0CF-DB84E66A4251}" type="presParOf" srcId="{E10409E0-8F86-4918-A7A7-59767FA785CC}" destId="{11CF6440-8BE5-432A-8C85-F8299D0CD6E6}" srcOrd="0" destOrd="0" presId="urn:microsoft.com/office/officeart/2005/8/layout/hierarchy2"/>
    <dgm:cxn modelId="{260837A8-2EBE-40FF-B0C9-7F9CA2634FB7}" type="presParOf" srcId="{D8B978EA-761C-46FD-9DEE-AF2E475B4361}" destId="{A360677A-5269-429E-A5C2-066B9BDC3E27}" srcOrd="3" destOrd="0" presId="urn:microsoft.com/office/officeart/2005/8/layout/hierarchy2"/>
    <dgm:cxn modelId="{E6722CBD-12CD-4D13-A784-604F0757EF5F}" type="presParOf" srcId="{A360677A-5269-429E-A5C2-066B9BDC3E27}" destId="{6522A185-3353-452B-B414-DAD37E89BE77}" srcOrd="0" destOrd="0" presId="urn:microsoft.com/office/officeart/2005/8/layout/hierarchy2"/>
    <dgm:cxn modelId="{FEC103A1-6808-4E4F-A0BC-E1414E8CF290}" type="presParOf" srcId="{A360677A-5269-429E-A5C2-066B9BDC3E27}" destId="{0E48A4CC-AB2E-4BC0-856A-D4069033A87E}" srcOrd="1" destOrd="0" presId="urn:microsoft.com/office/officeart/2005/8/layout/hierarchy2"/>
    <dgm:cxn modelId="{72E12E70-3734-4B75-9A72-75C53AE0507F}" type="presParOf" srcId="{0E48A4CC-AB2E-4BC0-856A-D4069033A87E}" destId="{3F7C7073-C93F-4C51-90CE-D08A22F0CAF4}" srcOrd="0" destOrd="0" presId="urn:microsoft.com/office/officeart/2005/8/layout/hierarchy2"/>
    <dgm:cxn modelId="{3592B004-41D1-4012-8276-6DD60A4F59D4}" type="presParOf" srcId="{3F7C7073-C93F-4C51-90CE-D08A22F0CAF4}" destId="{B06C6B8B-866F-428E-8A9F-2DE56DD03595}" srcOrd="0" destOrd="0" presId="urn:microsoft.com/office/officeart/2005/8/layout/hierarchy2"/>
    <dgm:cxn modelId="{F2170985-95DF-4DC9-BFE2-BD26D980E8F6}" type="presParOf" srcId="{0E48A4CC-AB2E-4BC0-856A-D4069033A87E}" destId="{D9178514-BA06-4DEF-B5D3-C74CD30BE57A}" srcOrd="1" destOrd="0" presId="urn:microsoft.com/office/officeart/2005/8/layout/hierarchy2"/>
    <dgm:cxn modelId="{CCEBC650-58B4-4006-9570-97981E6F991A}" type="presParOf" srcId="{D9178514-BA06-4DEF-B5D3-C74CD30BE57A}" destId="{573A515B-F75D-4B70-8711-41F4B0374F9D}" srcOrd="0" destOrd="0" presId="urn:microsoft.com/office/officeart/2005/8/layout/hierarchy2"/>
    <dgm:cxn modelId="{EFEA6EE2-180A-4A4B-AB7F-2964595B6056}" type="presParOf" srcId="{D9178514-BA06-4DEF-B5D3-C74CD30BE57A}" destId="{EEFA13A8-75A4-42A6-B2D5-5FBA7A531CD0}" srcOrd="1" destOrd="0" presId="urn:microsoft.com/office/officeart/2005/8/layout/hierarchy2"/>
    <dgm:cxn modelId="{0605F5A1-3FE8-40B0-91D5-8D9260867C8E}" type="presParOf" srcId="{0E48A4CC-AB2E-4BC0-856A-D4069033A87E}" destId="{831200FD-4867-4FEE-BDA8-111650CF7ACA}" srcOrd="2" destOrd="0" presId="urn:microsoft.com/office/officeart/2005/8/layout/hierarchy2"/>
    <dgm:cxn modelId="{10D965D0-EC8B-4E03-B55C-F9081CF80090}" type="presParOf" srcId="{831200FD-4867-4FEE-BDA8-111650CF7ACA}" destId="{E6C367E8-A513-4A28-8D99-5B432A80D421}" srcOrd="0" destOrd="0" presId="urn:microsoft.com/office/officeart/2005/8/layout/hierarchy2"/>
    <dgm:cxn modelId="{7F85E1D4-A684-470C-AD88-9CFF1BC5F200}" type="presParOf" srcId="{0E48A4CC-AB2E-4BC0-856A-D4069033A87E}" destId="{36872AAB-1C24-4CFF-8D5E-B98B2B8722E5}" srcOrd="3" destOrd="0" presId="urn:microsoft.com/office/officeart/2005/8/layout/hierarchy2"/>
    <dgm:cxn modelId="{E7F63D66-0E4A-4FAA-A0AA-6FAB6D251268}" type="presParOf" srcId="{36872AAB-1C24-4CFF-8D5E-B98B2B8722E5}" destId="{32C3301F-6193-4CCF-9D46-B3E5B0F890C9}" srcOrd="0" destOrd="0" presId="urn:microsoft.com/office/officeart/2005/8/layout/hierarchy2"/>
    <dgm:cxn modelId="{3B757B81-5C3F-416B-B725-2A0A9E4CBD6F}" type="presParOf" srcId="{36872AAB-1C24-4CFF-8D5E-B98B2B8722E5}" destId="{95518454-B66A-4D48-A2B6-C119787C0A3B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FADE48ED-9614-4786-93B1-5558C53CB646}" type="doc">
      <dgm:prSet loTypeId="urn:microsoft.com/office/officeart/2016/7/layout/LinearBlockProcessNumbered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AEEB22E-ECD5-4F11-ADDB-8993DFC9C80E}">
      <dgm:prSet/>
      <dgm:spPr/>
      <dgm:t>
        <a:bodyPr/>
        <a:lstStyle/>
        <a:p>
          <a:r>
            <a:rPr lang="en-GB" u="sng" dirty="0"/>
            <a:t>Type of data  </a:t>
          </a:r>
          <a:r>
            <a:rPr lang="en-GB" b="1" dirty="0"/>
            <a:t>Categorical</a:t>
          </a:r>
          <a:r>
            <a:rPr lang="en-GB" dirty="0"/>
            <a:t> vs. Continuous data</a:t>
          </a:r>
          <a:endParaRPr lang="en-US" dirty="0"/>
        </a:p>
      </dgm:t>
    </dgm:pt>
    <dgm:pt modelId="{AD5C6F6B-B4FB-40FC-854C-E854BC197B6B}" type="parTrans" cxnId="{4034F39A-4A37-4235-90DD-9D54863C6334}">
      <dgm:prSet/>
      <dgm:spPr/>
      <dgm:t>
        <a:bodyPr/>
        <a:lstStyle/>
        <a:p>
          <a:endParaRPr lang="en-US"/>
        </a:p>
      </dgm:t>
    </dgm:pt>
    <dgm:pt modelId="{5762ECCE-1EEA-4163-90BE-E3690DCC14AE}" type="sibTrans" cxnId="{4034F39A-4A37-4235-90DD-9D54863C6334}">
      <dgm:prSet phldrT="01" phldr="0"/>
      <dgm:spPr/>
      <dgm:t>
        <a:bodyPr/>
        <a:lstStyle/>
        <a:p>
          <a:r>
            <a:rPr lang="en-US"/>
            <a:t>01</a:t>
          </a:r>
        </a:p>
      </dgm:t>
    </dgm:pt>
    <dgm:pt modelId="{A9FF86E5-7078-4D3D-85EE-215FF566EEC5}">
      <dgm:prSet/>
      <dgm:spPr/>
      <dgm:t>
        <a:bodyPr/>
        <a:lstStyle/>
        <a:p>
          <a:r>
            <a:rPr lang="en-GB" u="sng" dirty="0"/>
            <a:t>Likert-type</a:t>
          </a:r>
          <a:r>
            <a:rPr lang="en-GB" dirty="0"/>
            <a:t> item – Ordinal data</a:t>
          </a:r>
          <a:endParaRPr lang="en-US" dirty="0"/>
        </a:p>
      </dgm:t>
    </dgm:pt>
    <dgm:pt modelId="{6F23907B-1E5C-478F-8797-5962D597C741}" type="parTrans" cxnId="{64916821-5E79-45D6-96F0-944B457C16F0}">
      <dgm:prSet/>
      <dgm:spPr/>
      <dgm:t>
        <a:bodyPr/>
        <a:lstStyle/>
        <a:p>
          <a:endParaRPr lang="en-US"/>
        </a:p>
      </dgm:t>
    </dgm:pt>
    <dgm:pt modelId="{20C86130-FF76-4710-B1DC-71841F8C7DE4}" type="sibTrans" cxnId="{64916821-5E79-45D6-96F0-944B457C16F0}">
      <dgm:prSet phldrT="02" phldr="0"/>
      <dgm:spPr/>
      <dgm:t>
        <a:bodyPr/>
        <a:lstStyle/>
        <a:p>
          <a:r>
            <a:rPr lang="en-US"/>
            <a:t>02</a:t>
          </a:r>
        </a:p>
      </dgm:t>
    </dgm:pt>
    <dgm:pt modelId="{BE89D88F-5F78-46F3-A0FE-00800BD17E02}">
      <dgm:prSet/>
      <dgm:spPr/>
      <dgm:t>
        <a:bodyPr/>
        <a:lstStyle/>
        <a:p>
          <a:r>
            <a:rPr lang="en-GB" u="sng" dirty="0"/>
            <a:t>Between subject </a:t>
          </a:r>
          <a:r>
            <a:rPr lang="en-GB" dirty="0"/>
            <a:t>– Mann-Whitney U test</a:t>
          </a:r>
          <a:endParaRPr lang="en-US" dirty="0"/>
        </a:p>
      </dgm:t>
    </dgm:pt>
    <dgm:pt modelId="{16E10B45-BABE-4941-84DE-D6D063D710CC}" type="parTrans" cxnId="{301886F1-69FC-475A-8D20-1874617E93BB}">
      <dgm:prSet/>
      <dgm:spPr/>
      <dgm:t>
        <a:bodyPr/>
        <a:lstStyle/>
        <a:p>
          <a:endParaRPr lang="en-US"/>
        </a:p>
      </dgm:t>
    </dgm:pt>
    <dgm:pt modelId="{9C915E28-AFD5-4557-B708-19568277D76F}" type="sibTrans" cxnId="{301886F1-69FC-475A-8D20-1874617E93BB}">
      <dgm:prSet phldrT="03" phldr="0"/>
      <dgm:spPr/>
      <dgm:t>
        <a:bodyPr/>
        <a:lstStyle/>
        <a:p>
          <a:r>
            <a:rPr lang="en-US"/>
            <a:t>03</a:t>
          </a:r>
        </a:p>
      </dgm:t>
    </dgm:pt>
    <dgm:pt modelId="{9E58FCA0-B8FE-42C2-82E0-EF352870EA73}">
      <dgm:prSet/>
      <dgm:spPr/>
      <dgm:t>
        <a:bodyPr/>
        <a:lstStyle/>
        <a:p>
          <a:r>
            <a:rPr lang="en-GB" u="sng" dirty="0"/>
            <a:t>Within subject </a:t>
          </a:r>
          <a:r>
            <a:rPr lang="en-GB" dirty="0"/>
            <a:t>– Wilcoxon Sign Rank test </a:t>
          </a:r>
          <a:endParaRPr lang="en-US" dirty="0"/>
        </a:p>
      </dgm:t>
    </dgm:pt>
    <dgm:pt modelId="{7A8251C1-223B-43C9-B64B-980C976C6003}" type="parTrans" cxnId="{9BB84976-B00F-4DA0-B95D-758F056AA8CC}">
      <dgm:prSet/>
      <dgm:spPr/>
      <dgm:t>
        <a:bodyPr/>
        <a:lstStyle/>
        <a:p>
          <a:endParaRPr lang="en-US"/>
        </a:p>
      </dgm:t>
    </dgm:pt>
    <dgm:pt modelId="{DEAA0978-9C3D-41E3-87A9-CEB2415041D1}" type="sibTrans" cxnId="{9BB84976-B00F-4DA0-B95D-758F056AA8CC}">
      <dgm:prSet phldrT="04" phldr="0"/>
      <dgm:spPr/>
      <dgm:t>
        <a:bodyPr/>
        <a:lstStyle/>
        <a:p>
          <a:r>
            <a:rPr lang="en-US"/>
            <a:t>04</a:t>
          </a:r>
        </a:p>
      </dgm:t>
    </dgm:pt>
    <dgm:pt modelId="{8CA7A330-300D-43B4-8BC3-0D29BFE0BC56}" type="pres">
      <dgm:prSet presAssocID="{FADE48ED-9614-4786-93B1-5558C53CB646}" presName="Name0" presStyleCnt="0">
        <dgm:presLayoutVars>
          <dgm:animLvl val="lvl"/>
          <dgm:resizeHandles val="exact"/>
        </dgm:presLayoutVars>
      </dgm:prSet>
      <dgm:spPr/>
    </dgm:pt>
    <dgm:pt modelId="{56995B4F-01DE-4EBA-8F1E-E1F708019854}" type="pres">
      <dgm:prSet presAssocID="{6AEEB22E-ECD5-4F11-ADDB-8993DFC9C80E}" presName="compositeNode" presStyleCnt="0">
        <dgm:presLayoutVars>
          <dgm:bulletEnabled val="1"/>
        </dgm:presLayoutVars>
      </dgm:prSet>
      <dgm:spPr/>
    </dgm:pt>
    <dgm:pt modelId="{77109DF7-BD15-4015-83BC-9F2BBE3D80E8}" type="pres">
      <dgm:prSet presAssocID="{6AEEB22E-ECD5-4F11-ADDB-8993DFC9C80E}" presName="bgRect" presStyleLbl="alignNode1" presStyleIdx="0" presStyleCnt="4"/>
      <dgm:spPr/>
    </dgm:pt>
    <dgm:pt modelId="{08529A0B-9287-4B50-A70C-98762CD74038}" type="pres">
      <dgm:prSet presAssocID="{5762ECCE-1EEA-4163-90BE-E3690DCC14AE}" presName="sibTransNodeRect" presStyleLbl="alignNode1" presStyleIdx="0" presStyleCnt="4">
        <dgm:presLayoutVars>
          <dgm:chMax val="0"/>
          <dgm:bulletEnabled val="1"/>
        </dgm:presLayoutVars>
      </dgm:prSet>
      <dgm:spPr/>
    </dgm:pt>
    <dgm:pt modelId="{ABC36F87-2A8C-431F-98BE-A14241531329}" type="pres">
      <dgm:prSet presAssocID="{6AEEB22E-ECD5-4F11-ADDB-8993DFC9C80E}" presName="nodeRect" presStyleLbl="alignNode1" presStyleIdx="0" presStyleCnt="4">
        <dgm:presLayoutVars>
          <dgm:bulletEnabled val="1"/>
        </dgm:presLayoutVars>
      </dgm:prSet>
      <dgm:spPr/>
    </dgm:pt>
    <dgm:pt modelId="{730E574F-D128-425F-AC46-1F78BFCD05CD}" type="pres">
      <dgm:prSet presAssocID="{5762ECCE-1EEA-4163-90BE-E3690DCC14AE}" presName="sibTrans" presStyleCnt="0"/>
      <dgm:spPr/>
    </dgm:pt>
    <dgm:pt modelId="{6FEEF17B-DB45-4BFA-9884-A310303B51E2}" type="pres">
      <dgm:prSet presAssocID="{A9FF86E5-7078-4D3D-85EE-215FF566EEC5}" presName="compositeNode" presStyleCnt="0">
        <dgm:presLayoutVars>
          <dgm:bulletEnabled val="1"/>
        </dgm:presLayoutVars>
      </dgm:prSet>
      <dgm:spPr/>
    </dgm:pt>
    <dgm:pt modelId="{DCB0BBFA-F9D8-4912-8550-99F48089778D}" type="pres">
      <dgm:prSet presAssocID="{A9FF86E5-7078-4D3D-85EE-215FF566EEC5}" presName="bgRect" presStyleLbl="alignNode1" presStyleIdx="1" presStyleCnt="4"/>
      <dgm:spPr/>
    </dgm:pt>
    <dgm:pt modelId="{B2BA04C1-91A9-459C-ACDB-F68BA9E6261D}" type="pres">
      <dgm:prSet presAssocID="{20C86130-FF76-4710-B1DC-71841F8C7DE4}" presName="sibTransNodeRect" presStyleLbl="alignNode1" presStyleIdx="1" presStyleCnt="4">
        <dgm:presLayoutVars>
          <dgm:chMax val="0"/>
          <dgm:bulletEnabled val="1"/>
        </dgm:presLayoutVars>
      </dgm:prSet>
      <dgm:spPr/>
    </dgm:pt>
    <dgm:pt modelId="{82E0BEE8-1028-4018-8E9F-299A3AA4086A}" type="pres">
      <dgm:prSet presAssocID="{A9FF86E5-7078-4D3D-85EE-215FF566EEC5}" presName="nodeRect" presStyleLbl="alignNode1" presStyleIdx="1" presStyleCnt="4">
        <dgm:presLayoutVars>
          <dgm:bulletEnabled val="1"/>
        </dgm:presLayoutVars>
      </dgm:prSet>
      <dgm:spPr/>
    </dgm:pt>
    <dgm:pt modelId="{08318862-C8FF-4972-9D4E-695B3BB8FFCE}" type="pres">
      <dgm:prSet presAssocID="{20C86130-FF76-4710-B1DC-71841F8C7DE4}" presName="sibTrans" presStyleCnt="0"/>
      <dgm:spPr/>
    </dgm:pt>
    <dgm:pt modelId="{E04E35BA-1246-4B8D-8ABB-CB5EB66DA32A}" type="pres">
      <dgm:prSet presAssocID="{BE89D88F-5F78-46F3-A0FE-00800BD17E02}" presName="compositeNode" presStyleCnt="0">
        <dgm:presLayoutVars>
          <dgm:bulletEnabled val="1"/>
        </dgm:presLayoutVars>
      </dgm:prSet>
      <dgm:spPr/>
    </dgm:pt>
    <dgm:pt modelId="{EE5F5506-0993-4447-BBD1-FC3849C59DE2}" type="pres">
      <dgm:prSet presAssocID="{BE89D88F-5F78-46F3-A0FE-00800BD17E02}" presName="bgRect" presStyleLbl="alignNode1" presStyleIdx="2" presStyleCnt="4" custScaleX="114032"/>
      <dgm:spPr/>
    </dgm:pt>
    <dgm:pt modelId="{47A83EBC-0E3A-4D2A-9200-58838251D765}" type="pres">
      <dgm:prSet presAssocID="{9C915E28-AFD5-4557-B708-19568277D76F}" presName="sibTransNodeRect" presStyleLbl="alignNode1" presStyleIdx="2" presStyleCnt="4">
        <dgm:presLayoutVars>
          <dgm:chMax val="0"/>
          <dgm:bulletEnabled val="1"/>
        </dgm:presLayoutVars>
      </dgm:prSet>
      <dgm:spPr/>
    </dgm:pt>
    <dgm:pt modelId="{DC3F2ADF-2DCC-495D-9873-6C230AA4BB15}" type="pres">
      <dgm:prSet presAssocID="{BE89D88F-5F78-46F3-A0FE-00800BD17E02}" presName="nodeRect" presStyleLbl="alignNode1" presStyleIdx="2" presStyleCnt="4">
        <dgm:presLayoutVars>
          <dgm:bulletEnabled val="1"/>
        </dgm:presLayoutVars>
      </dgm:prSet>
      <dgm:spPr/>
    </dgm:pt>
    <dgm:pt modelId="{18E6BF8E-7C5C-40CE-B988-A3AF56A43890}" type="pres">
      <dgm:prSet presAssocID="{9C915E28-AFD5-4557-B708-19568277D76F}" presName="sibTrans" presStyleCnt="0"/>
      <dgm:spPr/>
    </dgm:pt>
    <dgm:pt modelId="{56468999-F853-4787-9C54-AE3A2AE0ED4C}" type="pres">
      <dgm:prSet presAssocID="{9E58FCA0-B8FE-42C2-82E0-EF352870EA73}" presName="compositeNode" presStyleCnt="0">
        <dgm:presLayoutVars>
          <dgm:bulletEnabled val="1"/>
        </dgm:presLayoutVars>
      </dgm:prSet>
      <dgm:spPr/>
    </dgm:pt>
    <dgm:pt modelId="{BB8582F2-744E-407C-AE92-FE07D57CE0BE}" type="pres">
      <dgm:prSet presAssocID="{9E58FCA0-B8FE-42C2-82E0-EF352870EA73}" presName="bgRect" presStyleLbl="alignNode1" presStyleIdx="3" presStyleCnt="4"/>
      <dgm:spPr/>
    </dgm:pt>
    <dgm:pt modelId="{09D82370-8BBB-4B0B-A035-B4598CAF0C5E}" type="pres">
      <dgm:prSet presAssocID="{DEAA0978-9C3D-41E3-87A9-CEB2415041D1}" presName="sibTransNodeRect" presStyleLbl="alignNode1" presStyleIdx="3" presStyleCnt="4">
        <dgm:presLayoutVars>
          <dgm:chMax val="0"/>
          <dgm:bulletEnabled val="1"/>
        </dgm:presLayoutVars>
      </dgm:prSet>
      <dgm:spPr/>
    </dgm:pt>
    <dgm:pt modelId="{8DA63D94-7142-4303-8517-BEE70F6C9DB1}" type="pres">
      <dgm:prSet presAssocID="{9E58FCA0-B8FE-42C2-82E0-EF352870EA73}" presName="nodeRect" presStyleLbl="alignNode1" presStyleIdx="3" presStyleCnt="4">
        <dgm:presLayoutVars>
          <dgm:bulletEnabled val="1"/>
        </dgm:presLayoutVars>
      </dgm:prSet>
      <dgm:spPr/>
    </dgm:pt>
  </dgm:ptLst>
  <dgm:cxnLst>
    <dgm:cxn modelId="{35FA0703-2B96-462C-A813-EF5D1AD61968}" type="presOf" srcId="{5762ECCE-1EEA-4163-90BE-E3690DCC14AE}" destId="{08529A0B-9287-4B50-A70C-98762CD74038}" srcOrd="0" destOrd="0" presId="urn:microsoft.com/office/officeart/2016/7/layout/LinearBlockProcessNumbered"/>
    <dgm:cxn modelId="{6530D610-93EC-48D9-97A1-216B36DC12A6}" type="presOf" srcId="{9E58FCA0-B8FE-42C2-82E0-EF352870EA73}" destId="{BB8582F2-744E-407C-AE92-FE07D57CE0BE}" srcOrd="0" destOrd="0" presId="urn:microsoft.com/office/officeart/2016/7/layout/LinearBlockProcessNumbered"/>
    <dgm:cxn modelId="{7E164B11-388A-4218-BC8A-C5776940B386}" type="presOf" srcId="{9C915E28-AFD5-4557-B708-19568277D76F}" destId="{47A83EBC-0E3A-4D2A-9200-58838251D765}" srcOrd="0" destOrd="0" presId="urn:microsoft.com/office/officeart/2016/7/layout/LinearBlockProcessNumbered"/>
    <dgm:cxn modelId="{64916821-5E79-45D6-96F0-944B457C16F0}" srcId="{FADE48ED-9614-4786-93B1-5558C53CB646}" destId="{A9FF86E5-7078-4D3D-85EE-215FF566EEC5}" srcOrd="1" destOrd="0" parTransId="{6F23907B-1E5C-478F-8797-5962D597C741}" sibTransId="{20C86130-FF76-4710-B1DC-71841F8C7DE4}"/>
    <dgm:cxn modelId="{AAF9123C-1500-4D87-8746-D5F57E363DD7}" type="presOf" srcId="{6AEEB22E-ECD5-4F11-ADDB-8993DFC9C80E}" destId="{77109DF7-BD15-4015-83BC-9F2BBE3D80E8}" srcOrd="0" destOrd="0" presId="urn:microsoft.com/office/officeart/2016/7/layout/LinearBlockProcessNumbered"/>
    <dgm:cxn modelId="{E9ADFF3C-C6BC-4B79-87E3-43F1DBDF9DED}" type="presOf" srcId="{BE89D88F-5F78-46F3-A0FE-00800BD17E02}" destId="{DC3F2ADF-2DCC-495D-9873-6C230AA4BB15}" srcOrd="1" destOrd="0" presId="urn:microsoft.com/office/officeart/2016/7/layout/LinearBlockProcessNumbered"/>
    <dgm:cxn modelId="{415E1E43-8E1F-4E5C-913B-E8129E44AF2D}" type="presOf" srcId="{20C86130-FF76-4710-B1DC-71841F8C7DE4}" destId="{B2BA04C1-91A9-459C-ACDB-F68BA9E6261D}" srcOrd="0" destOrd="0" presId="urn:microsoft.com/office/officeart/2016/7/layout/LinearBlockProcessNumbered"/>
    <dgm:cxn modelId="{8024D853-1D3D-4B56-8861-41B50532DF6D}" type="presOf" srcId="{6AEEB22E-ECD5-4F11-ADDB-8993DFC9C80E}" destId="{ABC36F87-2A8C-431F-98BE-A14241531329}" srcOrd="1" destOrd="0" presId="urn:microsoft.com/office/officeart/2016/7/layout/LinearBlockProcessNumbered"/>
    <dgm:cxn modelId="{9BB84976-B00F-4DA0-B95D-758F056AA8CC}" srcId="{FADE48ED-9614-4786-93B1-5558C53CB646}" destId="{9E58FCA0-B8FE-42C2-82E0-EF352870EA73}" srcOrd="3" destOrd="0" parTransId="{7A8251C1-223B-43C9-B64B-980C976C6003}" sibTransId="{DEAA0978-9C3D-41E3-87A9-CEB2415041D1}"/>
    <dgm:cxn modelId="{B6005B86-F0CD-4F8B-828D-03AEA98CF395}" type="presOf" srcId="{FADE48ED-9614-4786-93B1-5558C53CB646}" destId="{8CA7A330-300D-43B4-8BC3-0D29BFE0BC56}" srcOrd="0" destOrd="0" presId="urn:microsoft.com/office/officeart/2016/7/layout/LinearBlockProcessNumbered"/>
    <dgm:cxn modelId="{49F19C92-CC5E-44E7-813A-5436241B12EA}" type="presOf" srcId="{A9FF86E5-7078-4D3D-85EE-215FF566EEC5}" destId="{82E0BEE8-1028-4018-8E9F-299A3AA4086A}" srcOrd="1" destOrd="0" presId="urn:microsoft.com/office/officeart/2016/7/layout/LinearBlockProcessNumbered"/>
    <dgm:cxn modelId="{4034F39A-4A37-4235-90DD-9D54863C6334}" srcId="{FADE48ED-9614-4786-93B1-5558C53CB646}" destId="{6AEEB22E-ECD5-4F11-ADDB-8993DFC9C80E}" srcOrd="0" destOrd="0" parTransId="{AD5C6F6B-B4FB-40FC-854C-E854BC197B6B}" sibTransId="{5762ECCE-1EEA-4163-90BE-E3690DCC14AE}"/>
    <dgm:cxn modelId="{360C16B7-331A-40F3-9677-5DDF2FC321F0}" type="presOf" srcId="{BE89D88F-5F78-46F3-A0FE-00800BD17E02}" destId="{EE5F5506-0993-4447-BBD1-FC3849C59DE2}" srcOrd="0" destOrd="0" presId="urn:microsoft.com/office/officeart/2016/7/layout/LinearBlockProcessNumbered"/>
    <dgm:cxn modelId="{F9504FC1-4302-4EB1-9F65-2A4B5F5B972B}" type="presOf" srcId="{9E58FCA0-B8FE-42C2-82E0-EF352870EA73}" destId="{8DA63D94-7142-4303-8517-BEE70F6C9DB1}" srcOrd="1" destOrd="0" presId="urn:microsoft.com/office/officeart/2016/7/layout/LinearBlockProcessNumbered"/>
    <dgm:cxn modelId="{37A69FCB-5B2F-4BE5-B106-34C6A2F91D22}" type="presOf" srcId="{DEAA0978-9C3D-41E3-87A9-CEB2415041D1}" destId="{09D82370-8BBB-4B0B-A035-B4598CAF0C5E}" srcOrd="0" destOrd="0" presId="urn:microsoft.com/office/officeart/2016/7/layout/LinearBlockProcessNumbered"/>
    <dgm:cxn modelId="{301886F1-69FC-475A-8D20-1874617E93BB}" srcId="{FADE48ED-9614-4786-93B1-5558C53CB646}" destId="{BE89D88F-5F78-46F3-A0FE-00800BD17E02}" srcOrd="2" destOrd="0" parTransId="{16E10B45-BABE-4941-84DE-D6D063D710CC}" sibTransId="{9C915E28-AFD5-4557-B708-19568277D76F}"/>
    <dgm:cxn modelId="{F88F95F3-A0C3-4331-923F-F4AC3CD65147}" type="presOf" srcId="{A9FF86E5-7078-4D3D-85EE-215FF566EEC5}" destId="{DCB0BBFA-F9D8-4912-8550-99F48089778D}" srcOrd="0" destOrd="0" presId="urn:microsoft.com/office/officeart/2016/7/layout/LinearBlockProcessNumbered"/>
    <dgm:cxn modelId="{DED8E8AC-4D4F-4359-83CD-2ED2D8E39483}" type="presParOf" srcId="{8CA7A330-300D-43B4-8BC3-0D29BFE0BC56}" destId="{56995B4F-01DE-4EBA-8F1E-E1F708019854}" srcOrd="0" destOrd="0" presId="urn:microsoft.com/office/officeart/2016/7/layout/LinearBlockProcessNumbered"/>
    <dgm:cxn modelId="{90257455-3CCE-4968-B482-772980371AC3}" type="presParOf" srcId="{56995B4F-01DE-4EBA-8F1E-E1F708019854}" destId="{77109DF7-BD15-4015-83BC-9F2BBE3D80E8}" srcOrd="0" destOrd="0" presId="urn:microsoft.com/office/officeart/2016/7/layout/LinearBlockProcessNumbered"/>
    <dgm:cxn modelId="{20437F34-1FD9-4D42-916B-7D094A3CBCF2}" type="presParOf" srcId="{56995B4F-01DE-4EBA-8F1E-E1F708019854}" destId="{08529A0B-9287-4B50-A70C-98762CD74038}" srcOrd="1" destOrd="0" presId="urn:microsoft.com/office/officeart/2016/7/layout/LinearBlockProcessNumbered"/>
    <dgm:cxn modelId="{6D75A5E6-64D3-4CBF-B4D3-3679E64CF263}" type="presParOf" srcId="{56995B4F-01DE-4EBA-8F1E-E1F708019854}" destId="{ABC36F87-2A8C-431F-98BE-A14241531329}" srcOrd="2" destOrd="0" presId="urn:microsoft.com/office/officeart/2016/7/layout/LinearBlockProcessNumbered"/>
    <dgm:cxn modelId="{467E0B18-F835-40F4-ABF8-1FEEF996AA6B}" type="presParOf" srcId="{8CA7A330-300D-43B4-8BC3-0D29BFE0BC56}" destId="{730E574F-D128-425F-AC46-1F78BFCD05CD}" srcOrd="1" destOrd="0" presId="urn:microsoft.com/office/officeart/2016/7/layout/LinearBlockProcessNumbered"/>
    <dgm:cxn modelId="{6D569CD2-A6EE-432F-8BD0-88F1C5D5790F}" type="presParOf" srcId="{8CA7A330-300D-43B4-8BC3-0D29BFE0BC56}" destId="{6FEEF17B-DB45-4BFA-9884-A310303B51E2}" srcOrd="2" destOrd="0" presId="urn:microsoft.com/office/officeart/2016/7/layout/LinearBlockProcessNumbered"/>
    <dgm:cxn modelId="{86341887-12E3-4971-8BB9-89A3792BD560}" type="presParOf" srcId="{6FEEF17B-DB45-4BFA-9884-A310303B51E2}" destId="{DCB0BBFA-F9D8-4912-8550-99F48089778D}" srcOrd="0" destOrd="0" presId="urn:microsoft.com/office/officeart/2016/7/layout/LinearBlockProcessNumbered"/>
    <dgm:cxn modelId="{0B61C51D-85B3-4490-8379-9289249F7E34}" type="presParOf" srcId="{6FEEF17B-DB45-4BFA-9884-A310303B51E2}" destId="{B2BA04C1-91A9-459C-ACDB-F68BA9E6261D}" srcOrd="1" destOrd="0" presId="urn:microsoft.com/office/officeart/2016/7/layout/LinearBlockProcessNumbered"/>
    <dgm:cxn modelId="{1E3ECF84-F968-49D5-9A9A-1579C88FD241}" type="presParOf" srcId="{6FEEF17B-DB45-4BFA-9884-A310303B51E2}" destId="{82E0BEE8-1028-4018-8E9F-299A3AA4086A}" srcOrd="2" destOrd="0" presId="urn:microsoft.com/office/officeart/2016/7/layout/LinearBlockProcessNumbered"/>
    <dgm:cxn modelId="{9DC1BAFB-4068-4676-A657-9EABD6753179}" type="presParOf" srcId="{8CA7A330-300D-43B4-8BC3-0D29BFE0BC56}" destId="{08318862-C8FF-4972-9D4E-695B3BB8FFCE}" srcOrd="3" destOrd="0" presId="urn:microsoft.com/office/officeart/2016/7/layout/LinearBlockProcessNumbered"/>
    <dgm:cxn modelId="{CCE8BAF4-72A1-4119-8976-6ADA90D2F1B0}" type="presParOf" srcId="{8CA7A330-300D-43B4-8BC3-0D29BFE0BC56}" destId="{E04E35BA-1246-4B8D-8ABB-CB5EB66DA32A}" srcOrd="4" destOrd="0" presId="urn:microsoft.com/office/officeart/2016/7/layout/LinearBlockProcessNumbered"/>
    <dgm:cxn modelId="{F581E610-5AF8-4F7E-9EF2-F7FC748745C7}" type="presParOf" srcId="{E04E35BA-1246-4B8D-8ABB-CB5EB66DA32A}" destId="{EE5F5506-0993-4447-BBD1-FC3849C59DE2}" srcOrd="0" destOrd="0" presId="urn:microsoft.com/office/officeart/2016/7/layout/LinearBlockProcessNumbered"/>
    <dgm:cxn modelId="{7135255B-0448-4C35-8B2D-8EE1403FF330}" type="presParOf" srcId="{E04E35BA-1246-4B8D-8ABB-CB5EB66DA32A}" destId="{47A83EBC-0E3A-4D2A-9200-58838251D765}" srcOrd="1" destOrd="0" presId="urn:microsoft.com/office/officeart/2016/7/layout/LinearBlockProcessNumbered"/>
    <dgm:cxn modelId="{1D422393-D343-405F-87DB-7CD55E1F5203}" type="presParOf" srcId="{E04E35BA-1246-4B8D-8ABB-CB5EB66DA32A}" destId="{DC3F2ADF-2DCC-495D-9873-6C230AA4BB15}" srcOrd="2" destOrd="0" presId="urn:microsoft.com/office/officeart/2016/7/layout/LinearBlockProcessNumbered"/>
    <dgm:cxn modelId="{9AA111F0-EF25-4D7D-8382-5F188BA70A0C}" type="presParOf" srcId="{8CA7A330-300D-43B4-8BC3-0D29BFE0BC56}" destId="{18E6BF8E-7C5C-40CE-B988-A3AF56A43890}" srcOrd="5" destOrd="0" presId="urn:microsoft.com/office/officeart/2016/7/layout/LinearBlockProcessNumbered"/>
    <dgm:cxn modelId="{B0708A24-DEDE-403B-A31E-1CC85A0FBE24}" type="presParOf" srcId="{8CA7A330-300D-43B4-8BC3-0D29BFE0BC56}" destId="{56468999-F853-4787-9C54-AE3A2AE0ED4C}" srcOrd="6" destOrd="0" presId="urn:microsoft.com/office/officeart/2016/7/layout/LinearBlockProcessNumbered"/>
    <dgm:cxn modelId="{84FFE62D-286D-4D18-857F-D87776479662}" type="presParOf" srcId="{56468999-F853-4787-9C54-AE3A2AE0ED4C}" destId="{BB8582F2-744E-407C-AE92-FE07D57CE0BE}" srcOrd="0" destOrd="0" presId="urn:microsoft.com/office/officeart/2016/7/layout/LinearBlockProcessNumbered"/>
    <dgm:cxn modelId="{9C103189-78B5-453B-A47F-1056001C8E93}" type="presParOf" srcId="{56468999-F853-4787-9C54-AE3A2AE0ED4C}" destId="{09D82370-8BBB-4B0B-A035-B4598CAF0C5E}" srcOrd="1" destOrd="0" presId="urn:microsoft.com/office/officeart/2016/7/layout/LinearBlockProcessNumbered"/>
    <dgm:cxn modelId="{A11E8D1E-F44B-4060-8B0D-C87793E13A12}" type="presParOf" srcId="{56468999-F853-4787-9C54-AE3A2AE0ED4C}" destId="{8DA63D94-7142-4303-8517-BEE70F6C9DB1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E3F5807-B078-4ECC-9718-36875B008895}">
      <dsp:nvSpPr>
        <dsp:cNvPr id="0" name=""/>
        <dsp:cNvSpPr/>
      </dsp:nvSpPr>
      <dsp:spPr>
        <a:xfrm>
          <a:off x="6916" y="138139"/>
          <a:ext cx="1140268" cy="114026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BA0F8C-967F-485F-9D36-CB9A6A2504F1}">
      <dsp:nvSpPr>
        <dsp:cNvPr id="0" name=""/>
        <dsp:cNvSpPr/>
      </dsp:nvSpPr>
      <dsp:spPr>
        <a:xfrm>
          <a:off x="6916" y="1446818"/>
          <a:ext cx="3257909" cy="6719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2400" kern="1200" dirty="0"/>
            <a:t>Types of Variable</a:t>
          </a:r>
          <a:endParaRPr lang="en-US" sz="2400" kern="1200" dirty="0"/>
        </a:p>
      </dsp:txBody>
      <dsp:txXfrm>
        <a:off x="6916" y="1446818"/>
        <a:ext cx="3257909" cy="671943"/>
      </dsp:txXfrm>
    </dsp:sp>
    <dsp:sp modelId="{C3872CA4-D6C4-4FCD-9B54-BC13E03E4C66}">
      <dsp:nvSpPr>
        <dsp:cNvPr id="0" name=""/>
        <dsp:cNvSpPr/>
      </dsp:nvSpPr>
      <dsp:spPr>
        <a:xfrm>
          <a:off x="6916" y="2197092"/>
          <a:ext cx="3257909" cy="18575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7C59534-14D8-443F-9300-9E420E5CA5A9}">
      <dsp:nvSpPr>
        <dsp:cNvPr id="0" name=""/>
        <dsp:cNvSpPr/>
      </dsp:nvSpPr>
      <dsp:spPr>
        <a:xfrm>
          <a:off x="3834959" y="138139"/>
          <a:ext cx="1140268" cy="114026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F450CD-ACBA-4B17-A155-54B0A41563BC}">
      <dsp:nvSpPr>
        <dsp:cNvPr id="0" name=""/>
        <dsp:cNvSpPr/>
      </dsp:nvSpPr>
      <dsp:spPr>
        <a:xfrm>
          <a:off x="3834959" y="1446818"/>
          <a:ext cx="3257909" cy="6719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2400" kern="1200" dirty="0"/>
            <a:t>Likert-scale vs Likert-type item</a:t>
          </a:r>
          <a:endParaRPr lang="en-US" sz="2400" kern="1200" dirty="0"/>
        </a:p>
      </dsp:txBody>
      <dsp:txXfrm>
        <a:off x="3834959" y="1446818"/>
        <a:ext cx="3257909" cy="671943"/>
      </dsp:txXfrm>
    </dsp:sp>
    <dsp:sp modelId="{F4EFDA75-E466-40CF-88BF-D2C52A6CE03B}">
      <dsp:nvSpPr>
        <dsp:cNvPr id="0" name=""/>
        <dsp:cNvSpPr/>
      </dsp:nvSpPr>
      <dsp:spPr>
        <a:xfrm>
          <a:off x="3834959" y="2197092"/>
          <a:ext cx="3257909" cy="18575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853FA37-610E-4AFE-9A3F-2CE2D46D9BC6}">
      <dsp:nvSpPr>
        <dsp:cNvPr id="0" name=""/>
        <dsp:cNvSpPr/>
      </dsp:nvSpPr>
      <dsp:spPr>
        <a:xfrm>
          <a:off x="7663003" y="138139"/>
          <a:ext cx="1140268" cy="114026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3DAB043-E9AC-4A15-BE06-D69C9C656D99}">
      <dsp:nvSpPr>
        <dsp:cNvPr id="0" name=""/>
        <dsp:cNvSpPr/>
      </dsp:nvSpPr>
      <dsp:spPr>
        <a:xfrm>
          <a:off x="7663003" y="1446818"/>
          <a:ext cx="3257909" cy="6719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3600" kern="1200"/>
            <a:t>Data analysis</a:t>
          </a:r>
          <a:endParaRPr lang="en-US" sz="3600" kern="1200"/>
        </a:p>
      </dsp:txBody>
      <dsp:txXfrm>
        <a:off x="7663003" y="1446818"/>
        <a:ext cx="3257909" cy="671943"/>
      </dsp:txXfrm>
    </dsp:sp>
    <dsp:sp modelId="{7F6AF867-0E63-4CF2-AA67-F35D93AF1279}">
      <dsp:nvSpPr>
        <dsp:cNvPr id="0" name=""/>
        <dsp:cNvSpPr/>
      </dsp:nvSpPr>
      <dsp:spPr>
        <a:xfrm>
          <a:off x="7663003" y="2197092"/>
          <a:ext cx="3257909" cy="18575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b="1" kern="1200" dirty="0"/>
            <a:t>General procedure</a:t>
          </a:r>
          <a:endParaRPr lang="en-US" sz="2000" b="1" kern="1200" dirty="0"/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b="1" kern="1200" dirty="0"/>
            <a:t>Descriptive statistics  </a:t>
          </a:r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    Excel (pivot table/chart)</a:t>
          </a:r>
          <a:endParaRPr lang="en-US" sz="2000" kern="1200" dirty="0"/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b="1" kern="1200" dirty="0"/>
            <a:t>Inferential statistics </a:t>
          </a:r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    JASP/SPSS</a:t>
          </a:r>
        </a:p>
      </dsp:txBody>
      <dsp:txXfrm>
        <a:off x="7663003" y="2197092"/>
        <a:ext cx="3257909" cy="185757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4D1CAE-8C39-493B-95B5-427C5DD70A26}">
      <dsp:nvSpPr>
        <dsp:cNvPr id="0" name=""/>
        <dsp:cNvSpPr/>
      </dsp:nvSpPr>
      <dsp:spPr>
        <a:xfrm>
          <a:off x="32" y="1145441"/>
          <a:ext cx="3115312" cy="1053503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6248" tIns="117856" rIns="206248" bIns="117856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 dirty="0"/>
            <a:t>Independent Variable</a:t>
          </a:r>
          <a:endParaRPr lang="en-US" sz="2900" kern="1200" dirty="0"/>
        </a:p>
      </dsp:txBody>
      <dsp:txXfrm>
        <a:off x="32" y="1145441"/>
        <a:ext cx="3115312" cy="1053503"/>
      </dsp:txXfrm>
    </dsp:sp>
    <dsp:sp modelId="{91A18A42-3343-4082-9891-AB0A27D85CC1}">
      <dsp:nvSpPr>
        <dsp:cNvPr id="0" name=""/>
        <dsp:cNvSpPr/>
      </dsp:nvSpPr>
      <dsp:spPr>
        <a:xfrm>
          <a:off x="32" y="2198945"/>
          <a:ext cx="3115312" cy="2109532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686" tIns="154686" rIns="206248" bIns="232029" numCol="1" spcCol="1270" anchor="t" anchorCtr="0">
          <a:noAutofit/>
        </a:bodyPr>
        <a:lstStyle/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900" kern="1200"/>
            <a:t>Predictor/Factor</a:t>
          </a:r>
          <a:endParaRPr lang="en-US" sz="2900" kern="1200"/>
        </a:p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900" kern="1200" dirty="0"/>
            <a:t>Experimental conditions (‘Manipulated’)</a:t>
          </a:r>
          <a:endParaRPr lang="en-US" sz="2900" kern="1200" dirty="0"/>
        </a:p>
      </dsp:txBody>
      <dsp:txXfrm>
        <a:off x="32" y="2198945"/>
        <a:ext cx="3115312" cy="2109532"/>
      </dsp:txXfrm>
    </dsp:sp>
    <dsp:sp modelId="{5C67B48A-4A11-4374-BBD4-BFB730D01C8E}">
      <dsp:nvSpPr>
        <dsp:cNvPr id="0" name=""/>
        <dsp:cNvSpPr/>
      </dsp:nvSpPr>
      <dsp:spPr>
        <a:xfrm>
          <a:off x="3551488" y="1145441"/>
          <a:ext cx="3115312" cy="1053503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6248" tIns="117856" rIns="206248" bIns="117856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/>
            <a:t>Dependent Variable</a:t>
          </a:r>
          <a:endParaRPr lang="en-US" sz="2900" kern="1200"/>
        </a:p>
      </dsp:txBody>
      <dsp:txXfrm>
        <a:off x="3551488" y="1145441"/>
        <a:ext cx="3115312" cy="1053503"/>
      </dsp:txXfrm>
    </dsp:sp>
    <dsp:sp modelId="{AE5C0B78-3357-4D18-919D-3428D74DD0A0}">
      <dsp:nvSpPr>
        <dsp:cNvPr id="0" name=""/>
        <dsp:cNvSpPr/>
      </dsp:nvSpPr>
      <dsp:spPr>
        <a:xfrm>
          <a:off x="3551488" y="2198945"/>
          <a:ext cx="3115312" cy="2109532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686" tIns="154686" rIns="206248" bIns="232029" numCol="1" spcCol="1270" anchor="t" anchorCtr="0">
          <a:noAutofit/>
        </a:bodyPr>
        <a:lstStyle/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900" kern="1200" dirty="0"/>
            <a:t>Outcome measure</a:t>
          </a:r>
          <a:endParaRPr lang="en-US" sz="2900" kern="1200" dirty="0"/>
        </a:p>
      </dsp:txBody>
      <dsp:txXfrm>
        <a:off x="3551488" y="2198945"/>
        <a:ext cx="3115312" cy="210953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EB4CBB-32E3-4CEB-9257-9D1287166C79}">
      <dsp:nvSpPr>
        <dsp:cNvPr id="0" name=""/>
        <dsp:cNvSpPr/>
      </dsp:nvSpPr>
      <dsp:spPr>
        <a:xfrm>
          <a:off x="2942" y="3012932"/>
          <a:ext cx="1664270" cy="83213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 dirty="0"/>
            <a:t>Variables</a:t>
          </a:r>
        </a:p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 dirty="0"/>
            <a:t>(Data)</a:t>
          </a:r>
        </a:p>
      </dsp:txBody>
      <dsp:txXfrm>
        <a:off x="27314" y="3037304"/>
        <a:ext cx="1615526" cy="783391"/>
      </dsp:txXfrm>
    </dsp:sp>
    <dsp:sp modelId="{20D8BDCE-19EB-42FC-99AC-7ECFF529EBE2}">
      <dsp:nvSpPr>
        <dsp:cNvPr id="0" name=""/>
        <dsp:cNvSpPr/>
      </dsp:nvSpPr>
      <dsp:spPr>
        <a:xfrm rot="18289469">
          <a:off x="1417201" y="2939601"/>
          <a:ext cx="1165732" cy="21840"/>
        </a:xfrm>
        <a:custGeom>
          <a:avLst/>
          <a:gdLst/>
          <a:ahLst/>
          <a:cxnLst/>
          <a:rect l="0" t="0" r="0" b="0"/>
          <a:pathLst>
            <a:path>
              <a:moveTo>
                <a:pt x="0" y="10920"/>
              </a:moveTo>
              <a:lnTo>
                <a:pt x="1165732" y="10920"/>
              </a:lnTo>
            </a:path>
          </a:pathLst>
        </a:custGeom>
        <a:noFill/>
        <a:ln w="635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1970923" y="2921378"/>
        <a:ext cx="58286" cy="58286"/>
      </dsp:txXfrm>
    </dsp:sp>
    <dsp:sp modelId="{5F84CF5D-21DD-4410-8656-9164D348FCF2}">
      <dsp:nvSpPr>
        <dsp:cNvPr id="0" name=""/>
        <dsp:cNvSpPr/>
      </dsp:nvSpPr>
      <dsp:spPr>
        <a:xfrm>
          <a:off x="2332921" y="2055976"/>
          <a:ext cx="1664270" cy="832135"/>
        </a:xfrm>
        <a:prstGeom prst="roundRect">
          <a:avLst>
            <a:gd name="adj" fmla="val 10000"/>
          </a:avLst>
        </a:prstGeom>
        <a:solidFill>
          <a:schemeClr val="accent1">
            <a:lumMod val="7500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 dirty="0"/>
            <a:t>Discrete</a:t>
          </a:r>
        </a:p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 dirty="0"/>
            <a:t>(Categorical)</a:t>
          </a:r>
        </a:p>
      </dsp:txBody>
      <dsp:txXfrm>
        <a:off x="2357293" y="2080348"/>
        <a:ext cx="1615526" cy="783391"/>
      </dsp:txXfrm>
    </dsp:sp>
    <dsp:sp modelId="{30B814DC-1A76-4F79-9129-9309F716B71A}">
      <dsp:nvSpPr>
        <dsp:cNvPr id="0" name=""/>
        <dsp:cNvSpPr/>
      </dsp:nvSpPr>
      <dsp:spPr>
        <a:xfrm rot="19457599">
          <a:off x="3920134" y="2221885"/>
          <a:ext cx="819822" cy="21840"/>
        </a:xfrm>
        <a:custGeom>
          <a:avLst/>
          <a:gdLst/>
          <a:ahLst/>
          <a:cxnLst/>
          <a:rect l="0" t="0" r="0" b="0"/>
          <a:pathLst>
            <a:path>
              <a:moveTo>
                <a:pt x="0" y="10920"/>
              </a:moveTo>
              <a:lnTo>
                <a:pt x="819822" y="10920"/>
              </a:lnTo>
            </a:path>
          </a:pathLst>
        </a:custGeom>
        <a:noFill/>
        <a:ln w="63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4309550" y="2212310"/>
        <a:ext cx="40991" cy="40991"/>
      </dsp:txXfrm>
    </dsp:sp>
    <dsp:sp modelId="{CC96A56D-E237-46C6-B607-198357ADDC34}">
      <dsp:nvSpPr>
        <dsp:cNvPr id="0" name=""/>
        <dsp:cNvSpPr/>
      </dsp:nvSpPr>
      <dsp:spPr>
        <a:xfrm>
          <a:off x="4662899" y="1577499"/>
          <a:ext cx="1664270" cy="83213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 dirty="0"/>
            <a:t>Nominal</a:t>
          </a:r>
        </a:p>
      </dsp:txBody>
      <dsp:txXfrm>
        <a:off x="4687271" y="1601871"/>
        <a:ext cx="1615526" cy="783391"/>
      </dsp:txXfrm>
    </dsp:sp>
    <dsp:sp modelId="{B0E1A642-DC99-46E1-A49F-E5700F31BEDE}">
      <dsp:nvSpPr>
        <dsp:cNvPr id="0" name=""/>
        <dsp:cNvSpPr/>
      </dsp:nvSpPr>
      <dsp:spPr>
        <a:xfrm rot="2142401">
          <a:off x="3920134" y="2700362"/>
          <a:ext cx="819822" cy="21840"/>
        </a:xfrm>
        <a:custGeom>
          <a:avLst/>
          <a:gdLst/>
          <a:ahLst/>
          <a:cxnLst/>
          <a:rect l="0" t="0" r="0" b="0"/>
          <a:pathLst>
            <a:path>
              <a:moveTo>
                <a:pt x="0" y="10920"/>
              </a:moveTo>
              <a:lnTo>
                <a:pt x="819822" y="10920"/>
              </a:lnTo>
            </a:path>
          </a:pathLst>
        </a:custGeom>
        <a:noFill/>
        <a:ln w="63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4309550" y="2690787"/>
        <a:ext cx="40991" cy="40991"/>
      </dsp:txXfrm>
    </dsp:sp>
    <dsp:sp modelId="{6122677D-5718-4DF8-8FB7-E2402FB088C4}">
      <dsp:nvSpPr>
        <dsp:cNvPr id="0" name=""/>
        <dsp:cNvSpPr/>
      </dsp:nvSpPr>
      <dsp:spPr>
        <a:xfrm>
          <a:off x="4662899" y="2534454"/>
          <a:ext cx="1664270" cy="83213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 dirty="0"/>
            <a:t>Ordinal</a:t>
          </a:r>
        </a:p>
      </dsp:txBody>
      <dsp:txXfrm>
        <a:off x="4687271" y="2558826"/>
        <a:ext cx="1615526" cy="783391"/>
      </dsp:txXfrm>
    </dsp:sp>
    <dsp:sp modelId="{D3637ED0-B26D-47DD-AFC0-BE9A4167761B}">
      <dsp:nvSpPr>
        <dsp:cNvPr id="0" name=""/>
        <dsp:cNvSpPr/>
      </dsp:nvSpPr>
      <dsp:spPr>
        <a:xfrm rot="3310531">
          <a:off x="1417201" y="3896557"/>
          <a:ext cx="1165732" cy="21840"/>
        </a:xfrm>
        <a:custGeom>
          <a:avLst/>
          <a:gdLst/>
          <a:ahLst/>
          <a:cxnLst/>
          <a:rect l="0" t="0" r="0" b="0"/>
          <a:pathLst>
            <a:path>
              <a:moveTo>
                <a:pt x="0" y="10920"/>
              </a:moveTo>
              <a:lnTo>
                <a:pt x="1165732" y="10920"/>
              </a:lnTo>
            </a:path>
          </a:pathLst>
        </a:custGeom>
        <a:noFill/>
        <a:ln w="635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1970923" y="3878334"/>
        <a:ext cx="58286" cy="58286"/>
      </dsp:txXfrm>
    </dsp:sp>
    <dsp:sp modelId="{77E99E26-E274-4C25-9350-A6BE334D93E3}">
      <dsp:nvSpPr>
        <dsp:cNvPr id="0" name=""/>
        <dsp:cNvSpPr/>
      </dsp:nvSpPr>
      <dsp:spPr>
        <a:xfrm>
          <a:off x="2332921" y="3969887"/>
          <a:ext cx="1664270" cy="832135"/>
        </a:xfrm>
        <a:prstGeom prst="roundRect">
          <a:avLst>
            <a:gd name="adj" fmla="val 10000"/>
          </a:avLst>
        </a:prstGeom>
        <a:solidFill>
          <a:schemeClr val="accent1">
            <a:lumMod val="7500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 dirty="0"/>
            <a:t>Continuous</a:t>
          </a:r>
        </a:p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 dirty="0"/>
            <a:t>(Scale)</a:t>
          </a:r>
        </a:p>
      </dsp:txBody>
      <dsp:txXfrm>
        <a:off x="2357293" y="3994259"/>
        <a:ext cx="1615526" cy="783391"/>
      </dsp:txXfrm>
    </dsp:sp>
    <dsp:sp modelId="{8E7A0697-5E0F-4A50-853F-A70E7730E212}">
      <dsp:nvSpPr>
        <dsp:cNvPr id="0" name=""/>
        <dsp:cNvSpPr/>
      </dsp:nvSpPr>
      <dsp:spPr>
        <a:xfrm rot="19457599">
          <a:off x="3920134" y="4135796"/>
          <a:ext cx="819822" cy="21840"/>
        </a:xfrm>
        <a:custGeom>
          <a:avLst/>
          <a:gdLst/>
          <a:ahLst/>
          <a:cxnLst/>
          <a:rect l="0" t="0" r="0" b="0"/>
          <a:pathLst>
            <a:path>
              <a:moveTo>
                <a:pt x="0" y="10920"/>
              </a:moveTo>
              <a:lnTo>
                <a:pt x="819822" y="10920"/>
              </a:lnTo>
            </a:path>
          </a:pathLst>
        </a:custGeom>
        <a:noFill/>
        <a:ln w="63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4309550" y="4126221"/>
        <a:ext cx="40991" cy="40991"/>
      </dsp:txXfrm>
    </dsp:sp>
    <dsp:sp modelId="{5F03F766-38A3-43D3-ABCA-DB058E542171}">
      <dsp:nvSpPr>
        <dsp:cNvPr id="0" name=""/>
        <dsp:cNvSpPr/>
      </dsp:nvSpPr>
      <dsp:spPr>
        <a:xfrm>
          <a:off x="4662899" y="3491410"/>
          <a:ext cx="1664270" cy="83213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 dirty="0"/>
            <a:t>Interval</a:t>
          </a:r>
        </a:p>
      </dsp:txBody>
      <dsp:txXfrm>
        <a:off x="4687271" y="3515782"/>
        <a:ext cx="1615526" cy="783391"/>
      </dsp:txXfrm>
    </dsp:sp>
    <dsp:sp modelId="{E4D59A27-B777-4B19-9861-DEF8DC0358F5}">
      <dsp:nvSpPr>
        <dsp:cNvPr id="0" name=""/>
        <dsp:cNvSpPr/>
      </dsp:nvSpPr>
      <dsp:spPr>
        <a:xfrm rot="2142401">
          <a:off x="3920134" y="4614274"/>
          <a:ext cx="819822" cy="21840"/>
        </a:xfrm>
        <a:custGeom>
          <a:avLst/>
          <a:gdLst/>
          <a:ahLst/>
          <a:cxnLst/>
          <a:rect l="0" t="0" r="0" b="0"/>
          <a:pathLst>
            <a:path>
              <a:moveTo>
                <a:pt x="0" y="10920"/>
              </a:moveTo>
              <a:lnTo>
                <a:pt x="819822" y="10920"/>
              </a:lnTo>
            </a:path>
          </a:pathLst>
        </a:custGeom>
        <a:noFill/>
        <a:ln w="63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4309550" y="4604698"/>
        <a:ext cx="40991" cy="40991"/>
      </dsp:txXfrm>
    </dsp:sp>
    <dsp:sp modelId="{5516DB7B-9CCD-4B74-9142-092ABCA3E4B4}">
      <dsp:nvSpPr>
        <dsp:cNvPr id="0" name=""/>
        <dsp:cNvSpPr/>
      </dsp:nvSpPr>
      <dsp:spPr>
        <a:xfrm>
          <a:off x="4662899" y="4448365"/>
          <a:ext cx="1664270" cy="83213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 dirty="0"/>
            <a:t>Ratio</a:t>
          </a:r>
        </a:p>
      </dsp:txBody>
      <dsp:txXfrm>
        <a:off x="4687271" y="4472737"/>
        <a:ext cx="1615526" cy="78339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8F9B0F2-02CD-46E6-92F2-DB8A06836752}">
      <dsp:nvSpPr>
        <dsp:cNvPr id="0" name=""/>
        <dsp:cNvSpPr/>
      </dsp:nvSpPr>
      <dsp:spPr>
        <a:xfrm>
          <a:off x="1543865" y="1686993"/>
          <a:ext cx="1954702" cy="97735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kern="1200" dirty="0"/>
            <a:t>Data</a:t>
          </a:r>
        </a:p>
      </dsp:txBody>
      <dsp:txXfrm>
        <a:off x="1572491" y="1715619"/>
        <a:ext cx="1897450" cy="920099"/>
      </dsp:txXfrm>
    </dsp:sp>
    <dsp:sp modelId="{1F4F0E18-CF30-499D-88CF-868738D79FCA}">
      <dsp:nvSpPr>
        <dsp:cNvPr id="0" name=""/>
        <dsp:cNvSpPr/>
      </dsp:nvSpPr>
      <dsp:spPr>
        <a:xfrm rot="18289469">
          <a:off x="3204926" y="1593477"/>
          <a:ext cx="1369164" cy="40429"/>
        </a:xfrm>
        <a:custGeom>
          <a:avLst/>
          <a:gdLst/>
          <a:ahLst/>
          <a:cxnLst/>
          <a:rect l="0" t="0" r="0" b="0"/>
          <a:pathLst>
            <a:path>
              <a:moveTo>
                <a:pt x="0" y="20214"/>
              </a:moveTo>
              <a:lnTo>
                <a:pt x="1369164" y="20214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3855279" y="1579462"/>
        <a:ext cx="68458" cy="68458"/>
      </dsp:txXfrm>
    </dsp:sp>
    <dsp:sp modelId="{58BEF3EF-F049-4D38-AB2A-D22131061FA4}">
      <dsp:nvSpPr>
        <dsp:cNvPr id="0" name=""/>
        <dsp:cNvSpPr/>
      </dsp:nvSpPr>
      <dsp:spPr>
        <a:xfrm>
          <a:off x="4280448" y="563039"/>
          <a:ext cx="1954702" cy="977351"/>
        </a:xfrm>
        <a:prstGeom prst="roundRect">
          <a:avLst>
            <a:gd name="adj" fmla="val 10000"/>
          </a:avLst>
        </a:prstGeom>
        <a:solidFill>
          <a:schemeClr val="accent1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kern="1200" dirty="0"/>
            <a:t>Discrete</a:t>
          </a:r>
        </a:p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kern="1200" dirty="0"/>
            <a:t>(Categorical)</a:t>
          </a:r>
        </a:p>
      </dsp:txBody>
      <dsp:txXfrm>
        <a:off x="4309074" y="591665"/>
        <a:ext cx="1897450" cy="920099"/>
      </dsp:txXfrm>
    </dsp:sp>
    <dsp:sp modelId="{6E5B624B-457B-40F2-A504-A3D2F7A95B76}">
      <dsp:nvSpPr>
        <dsp:cNvPr id="0" name=""/>
        <dsp:cNvSpPr/>
      </dsp:nvSpPr>
      <dsp:spPr>
        <a:xfrm rot="19457599">
          <a:off x="6144647" y="750511"/>
          <a:ext cx="962889" cy="40429"/>
        </a:xfrm>
        <a:custGeom>
          <a:avLst/>
          <a:gdLst/>
          <a:ahLst/>
          <a:cxnLst/>
          <a:rect l="0" t="0" r="0" b="0"/>
          <a:pathLst>
            <a:path>
              <a:moveTo>
                <a:pt x="0" y="20214"/>
              </a:moveTo>
              <a:lnTo>
                <a:pt x="962889" y="20214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6602019" y="746654"/>
        <a:ext cx="48144" cy="48144"/>
      </dsp:txXfrm>
    </dsp:sp>
    <dsp:sp modelId="{32474210-F4B2-4A8D-B9B4-0FB3B02F7DFE}">
      <dsp:nvSpPr>
        <dsp:cNvPr id="0" name=""/>
        <dsp:cNvSpPr/>
      </dsp:nvSpPr>
      <dsp:spPr>
        <a:xfrm>
          <a:off x="7017032" y="1062"/>
          <a:ext cx="1954702" cy="97735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kern="1200" dirty="0"/>
            <a:t>Nominal</a:t>
          </a:r>
        </a:p>
      </dsp:txBody>
      <dsp:txXfrm>
        <a:off x="7045658" y="29688"/>
        <a:ext cx="1897450" cy="920099"/>
      </dsp:txXfrm>
    </dsp:sp>
    <dsp:sp modelId="{22CA5DFA-AAB5-4B95-9596-C45439ACBC1B}">
      <dsp:nvSpPr>
        <dsp:cNvPr id="0" name=""/>
        <dsp:cNvSpPr/>
      </dsp:nvSpPr>
      <dsp:spPr>
        <a:xfrm rot="2142401">
          <a:off x="6144647" y="1312488"/>
          <a:ext cx="962889" cy="40429"/>
        </a:xfrm>
        <a:custGeom>
          <a:avLst/>
          <a:gdLst/>
          <a:ahLst/>
          <a:cxnLst/>
          <a:rect l="0" t="0" r="0" b="0"/>
          <a:pathLst>
            <a:path>
              <a:moveTo>
                <a:pt x="0" y="20214"/>
              </a:moveTo>
              <a:lnTo>
                <a:pt x="962889" y="20214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6602019" y="1308631"/>
        <a:ext cx="48144" cy="48144"/>
      </dsp:txXfrm>
    </dsp:sp>
    <dsp:sp modelId="{25C29970-ED50-4467-A375-89FC1FA97488}">
      <dsp:nvSpPr>
        <dsp:cNvPr id="0" name=""/>
        <dsp:cNvSpPr/>
      </dsp:nvSpPr>
      <dsp:spPr>
        <a:xfrm>
          <a:off x="7017032" y="1125016"/>
          <a:ext cx="1954702" cy="97735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kern="1200" dirty="0"/>
            <a:t>Ordinal</a:t>
          </a:r>
        </a:p>
      </dsp:txBody>
      <dsp:txXfrm>
        <a:off x="7045658" y="1153642"/>
        <a:ext cx="1897450" cy="920099"/>
      </dsp:txXfrm>
    </dsp:sp>
    <dsp:sp modelId="{E10409E0-8F86-4918-A7A7-59767FA785CC}">
      <dsp:nvSpPr>
        <dsp:cNvPr id="0" name=""/>
        <dsp:cNvSpPr/>
      </dsp:nvSpPr>
      <dsp:spPr>
        <a:xfrm rot="3310531">
          <a:off x="3204926" y="2717431"/>
          <a:ext cx="1369164" cy="40429"/>
        </a:xfrm>
        <a:custGeom>
          <a:avLst/>
          <a:gdLst/>
          <a:ahLst/>
          <a:cxnLst/>
          <a:rect l="0" t="0" r="0" b="0"/>
          <a:pathLst>
            <a:path>
              <a:moveTo>
                <a:pt x="0" y="20214"/>
              </a:moveTo>
              <a:lnTo>
                <a:pt x="1369164" y="20214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3855279" y="2703416"/>
        <a:ext cx="68458" cy="68458"/>
      </dsp:txXfrm>
    </dsp:sp>
    <dsp:sp modelId="{6522A185-3353-452B-B414-DAD37E89BE77}">
      <dsp:nvSpPr>
        <dsp:cNvPr id="0" name=""/>
        <dsp:cNvSpPr/>
      </dsp:nvSpPr>
      <dsp:spPr>
        <a:xfrm>
          <a:off x="4280448" y="2810947"/>
          <a:ext cx="1954702" cy="977351"/>
        </a:xfrm>
        <a:prstGeom prst="roundRect">
          <a:avLst>
            <a:gd name="adj" fmla="val 10000"/>
          </a:avLst>
        </a:prstGeom>
        <a:solidFill>
          <a:schemeClr val="accent1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kern="1200" dirty="0"/>
            <a:t>Continuous</a:t>
          </a:r>
        </a:p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kern="1200" dirty="0"/>
            <a:t>(Scale)</a:t>
          </a:r>
        </a:p>
      </dsp:txBody>
      <dsp:txXfrm>
        <a:off x="4309074" y="2839573"/>
        <a:ext cx="1897450" cy="920099"/>
      </dsp:txXfrm>
    </dsp:sp>
    <dsp:sp modelId="{3F7C7073-C93F-4C51-90CE-D08A22F0CAF4}">
      <dsp:nvSpPr>
        <dsp:cNvPr id="0" name=""/>
        <dsp:cNvSpPr/>
      </dsp:nvSpPr>
      <dsp:spPr>
        <a:xfrm rot="19457599">
          <a:off x="6144647" y="2998419"/>
          <a:ext cx="962889" cy="40429"/>
        </a:xfrm>
        <a:custGeom>
          <a:avLst/>
          <a:gdLst/>
          <a:ahLst/>
          <a:cxnLst/>
          <a:rect l="0" t="0" r="0" b="0"/>
          <a:pathLst>
            <a:path>
              <a:moveTo>
                <a:pt x="0" y="20214"/>
              </a:moveTo>
              <a:lnTo>
                <a:pt x="962889" y="20214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6602019" y="2994562"/>
        <a:ext cx="48144" cy="48144"/>
      </dsp:txXfrm>
    </dsp:sp>
    <dsp:sp modelId="{573A515B-F75D-4B70-8711-41F4B0374F9D}">
      <dsp:nvSpPr>
        <dsp:cNvPr id="0" name=""/>
        <dsp:cNvSpPr/>
      </dsp:nvSpPr>
      <dsp:spPr>
        <a:xfrm>
          <a:off x="7017032" y="2248970"/>
          <a:ext cx="1954702" cy="97735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kern="1200" dirty="0"/>
            <a:t>Interval</a:t>
          </a:r>
        </a:p>
      </dsp:txBody>
      <dsp:txXfrm>
        <a:off x="7045658" y="2277596"/>
        <a:ext cx="1897450" cy="920099"/>
      </dsp:txXfrm>
    </dsp:sp>
    <dsp:sp modelId="{831200FD-4867-4FEE-BDA8-111650CF7ACA}">
      <dsp:nvSpPr>
        <dsp:cNvPr id="0" name=""/>
        <dsp:cNvSpPr/>
      </dsp:nvSpPr>
      <dsp:spPr>
        <a:xfrm rot="2142401">
          <a:off x="6144647" y="3560396"/>
          <a:ext cx="962889" cy="40429"/>
        </a:xfrm>
        <a:custGeom>
          <a:avLst/>
          <a:gdLst/>
          <a:ahLst/>
          <a:cxnLst/>
          <a:rect l="0" t="0" r="0" b="0"/>
          <a:pathLst>
            <a:path>
              <a:moveTo>
                <a:pt x="0" y="20214"/>
              </a:moveTo>
              <a:lnTo>
                <a:pt x="962889" y="20214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6602019" y="3556539"/>
        <a:ext cx="48144" cy="48144"/>
      </dsp:txXfrm>
    </dsp:sp>
    <dsp:sp modelId="{32C3301F-6193-4CCF-9D46-B3E5B0F890C9}">
      <dsp:nvSpPr>
        <dsp:cNvPr id="0" name=""/>
        <dsp:cNvSpPr/>
      </dsp:nvSpPr>
      <dsp:spPr>
        <a:xfrm>
          <a:off x="7017032" y="3372924"/>
          <a:ext cx="1954702" cy="97735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kern="1200" dirty="0"/>
            <a:t>Ratio</a:t>
          </a:r>
        </a:p>
      </dsp:txBody>
      <dsp:txXfrm>
        <a:off x="7045658" y="3401550"/>
        <a:ext cx="1897450" cy="92009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7109DF7-BD15-4015-83BC-9F2BBE3D80E8}">
      <dsp:nvSpPr>
        <dsp:cNvPr id="0" name=""/>
        <dsp:cNvSpPr/>
      </dsp:nvSpPr>
      <dsp:spPr>
        <a:xfrm>
          <a:off x="484" y="486300"/>
          <a:ext cx="2258963" cy="27107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3135" tIns="0" rIns="223135" bIns="33020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u="sng" kern="1200" dirty="0"/>
            <a:t>Type of data  </a:t>
          </a:r>
          <a:r>
            <a:rPr lang="en-GB" sz="2300" b="1" kern="1200" dirty="0"/>
            <a:t>Categorical</a:t>
          </a:r>
          <a:r>
            <a:rPr lang="en-GB" sz="2300" kern="1200" dirty="0"/>
            <a:t> vs. Continuous data</a:t>
          </a:r>
          <a:endParaRPr lang="en-US" sz="2300" kern="1200" dirty="0"/>
        </a:p>
      </dsp:txBody>
      <dsp:txXfrm>
        <a:off x="484" y="1570603"/>
        <a:ext cx="2258963" cy="1626453"/>
      </dsp:txXfrm>
    </dsp:sp>
    <dsp:sp modelId="{08529A0B-9287-4B50-A70C-98762CD74038}">
      <dsp:nvSpPr>
        <dsp:cNvPr id="0" name=""/>
        <dsp:cNvSpPr/>
      </dsp:nvSpPr>
      <dsp:spPr>
        <a:xfrm>
          <a:off x="484" y="486300"/>
          <a:ext cx="2258963" cy="1084302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3135" tIns="165100" rIns="223135" bIns="165100" numCol="1" spcCol="1270" anchor="ctr" anchorCtr="0">
          <a:noAutofit/>
        </a:bodyPr>
        <a:lstStyle/>
        <a:p>
          <a:pPr marL="0" lvl="0" indent="0" algn="l" defTabSz="2400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400" kern="1200"/>
            <a:t>01</a:t>
          </a:r>
        </a:p>
      </dsp:txBody>
      <dsp:txXfrm>
        <a:off x="484" y="486300"/>
        <a:ext cx="2258963" cy="1084302"/>
      </dsp:txXfrm>
    </dsp:sp>
    <dsp:sp modelId="{DCB0BBFA-F9D8-4912-8550-99F48089778D}">
      <dsp:nvSpPr>
        <dsp:cNvPr id="0" name=""/>
        <dsp:cNvSpPr/>
      </dsp:nvSpPr>
      <dsp:spPr>
        <a:xfrm>
          <a:off x="2440164" y="486300"/>
          <a:ext cx="2258963" cy="27107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3135" tIns="0" rIns="223135" bIns="33020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u="sng" kern="1200" dirty="0"/>
            <a:t>Likert-type</a:t>
          </a:r>
          <a:r>
            <a:rPr lang="en-GB" sz="2300" kern="1200" dirty="0"/>
            <a:t> item – Ordinal data</a:t>
          </a:r>
          <a:endParaRPr lang="en-US" sz="2300" kern="1200" dirty="0"/>
        </a:p>
      </dsp:txBody>
      <dsp:txXfrm>
        <a:off x="2440164" y="1570603"/>
        <a:ext cx="2258963" cy="1626453"/>
      </dsp:txXfrm>
    </dsp:sp>
    <dsp:sp modelId="{B2BA04C1-91A9-459C-ACDB-F68BA9E6261D}">
      <dsp:nvSpPr>
        <dsp:cNvPr id="0" name=""/>
        <dsp:cNvSpPr/>
      </dsp:nvSpPr>
      <dsp:spPr>
        <a:xfrm>
          <a:off x="2440164" y="486300"/>
          <a:ext cx="2258963" cy="1084302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3135" tIns="165100" rIns="223135" bIns="165100" numCol="1" spcCol="1270" anchor="ctr" anchorCtr="0">
          <a:noAutofit/>
        </a:bodyPr>
        <a:lstStyle/>
        <a:p>
          <a:pPr marL="0" lvl="0" indent="0" algn="l" defTabSz="2400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400" kern="1200"/>
            <a:t>02</a:t>
          </a:r>
        </a:p>
      </dsp:txBody>
      <dsp:txXfrm>
        <a:off x="2440164" y="486300"/>
        <a:ext cx="2258963" cy="1084302"/>
      </dsp:txXfrm>
    </dsp:sp>
    <dsp:sp modelId="{EE5F5506-0993-4447-BBD1-FC3849C59DE2}">
      <dsp:nvSpPr>
        <dsp:cNvPr id="0" name=""/>
        <dsp:cNvSpPr/>
      </dsp:nvSpPr>
      <dsp:spPr>
        <a:xfrm>
          <a:off x="4879845" y="486300"/>
          <a:ext cx="2575941" cy="27107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3135" tIns="0" rIns="223135" bIns="33020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u="sng" kern="1200" dirty="0"/>
            <a:t>Between subject </a:t>
          </a:r>
          <a:r>
            <a:rPr lang="en-GB" sz="2300" kern="1200" dirty="0"/>
            <a:t>– Mann-Whitney U test</a:t>
          </a:r>
          <a:endParaRPr lang="en-US" sz="2300" kern="1200" dirty="0"/>
        </a:p>
      </dsp:txBody>
      <dsp:txXfrm>
        <a:off x="4879845" y="1570603"/>
        <a:ext cx="2575941" cy="1626453"/>
      </dsp:txXfrm>
    </dsp:sp>
    <dsp:sp modelId="{47A83EBC-0E3A-4D2A-9200-58838251D765}">
      <dsp:nvSpPr>
        <dsp:cNvPr id="0" name=""/>
        <dsp:cNvSpPr/>
      </dsp:nvSpPr>
      <dsp:spPr>
        <a:xfrm>
          <a:off x="5038334" y="486300"/>
          <a:ext cx="2258963" cy="1084302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3135" tIns="165100" rIns="223135" bIns="165100" numCol="1" spcCol="1270" anchor="ctr" anchorCtr="0">
          <a:noAutofit/>
        </a:bodyPr>
        <a:lstStyle/>
        <a:p>
          <a:pPr marL="0" lvl="0" indent="0" algn="l" defTabSz="2400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400" kern="1200"/>
            <a:t>03</a:t>
          </a:r>
        </a:p>
      </dsp:txBody>
      <dsp:txXfrm>
        <a:off x="5038334" y="486300"/>
        <a:ext cx="2258963" cy="1084302"/>
      </dsp:txXfrm>
    </dsp:sp>
    <dsp:sp modelId="{BB8582F2-744E-407C-AE92-FE07D57CE0BE}">
      <dsp:nvSpPr>
        <dsp:cNvPr id="0" name=""/>
        <dsp:cNvSpPr/>
      </dsp:nvSpPr>
      <dsp:spPr>
        <a:xfrm>
          <a:off x="7636503" y="486300"/>
          <a:ext cx="2258963" cy="27107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3135" tIns="0" rIns="223135" bIns="33020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u="sng" kern="1200" dirty="0"/>
            <a:t>Within subject </a:t>
          </a:r>
          <a:r>
            <a:rPr lang="en-GB" sz="2300" kern="1200" dirty="0"/>
            <a:t>– Wilcoxon Sign Rank test </a:t>
          </a:r>
          <a:endParaRPr lang="en-US" sz="2300" kern="1200" dirty="0"/>
        </a:p>
      </dsp:txBody>
      <dsp:txXfrm>
        <a:off x="7636503" y="1570603"/>
        <a:ext cx="2258963" cy="1626453"/>
      </dsp:txXfrm>
    </dsp:sp>
    <dsp:sp modelId="{09D82370-8BBB-4B0B-A035-B4598CAF0C5E}">
      <dsp:nvSpPr>
        <dsp:cNvPr id="0" name=""/>
        <dsp:cNvSpPr/>
      </dsp:nvSpPr>
      <dsp:spPr>
        <a:xfrm>
          <a:off x="7636503" y="486300"/>
          <a:ext cx="2258963" cy="1084302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3135" tIns="165100" rIns="223135" bIns="165100" numCol="1" spcCol="1270" anchor="ctr" anchorCtr="0">
          <a:noAutofit/>
        </a:bodyPr>
        <a:lstStyle/>
        <a:p>
          <a:pPr marL="0" lvl="0" indent="0" algn="l" defTabSz="2400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400" kern="1200"/>
            <a:t>04</a:t>
          </a:r>
        </a:p>
      </dsp:txBody>
      <dsp:txXfrm>
        <a:off x="7636503" y="486300"/>
        <a:ext cx="2258963" cy="108430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2.18723E-7</cdr:x>
      <cdr:y>0.29554</cdr:y>
    </cdr:from>
    <cdr:to>
      <cdr:x>0.14137</cdr:x>
      <cdr:y>0.66128</cdr:y>
    </cdr:to>
    <cdr:sp macro="" textlink="">
      <cdr:nvSpPr>
        <cdr:cNvPr id="2" name="TextBox 5">
          <a:extLst xmlns:a="http://schemas.openxmlformats.org/drawingml/2006/main">
            <a:ext uri="{FF2B5EF4-FFF2-40B4-BE49-F238E27FC236}">
              <a16:creationId xmlns:a16="http://schemas.microsoft.com/office/drawing/2014/main" id="{D3BFBB82-9668-029B-EC62-3A4531E98C2F}"/>
            </a:ext>
          </a:extLst>
        </cdr:cNvPr>
        <cdr:cNvSpPr txBox="1"/>
      </cdr:nvSpPr>
      <cdr:spPr>
        <a:xfrm xmlns:a="http://schemas.openxmlformats.org/drawingml/2006/main" rot="16200000">
          <a:off x="-178483" y="989217"/>
          <a:ext cx="1003300" cy="646331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wrap="square" rtlCol="0">
          <a:spAutoFit/>
        </a:bodyPr>
        <a:lstStyle xmlns:a="http://schemas.openxmlformats.org/drawingml/2006/main">
          <a:defPPr>
            <a:defRPr lang="en-US"/>
          </a:defPPr>
          <a:lvl1pPr marL="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r>
            <a:rPr lang="en-GB" dirty="0"/>
            <a:t>Average score</a:t>
          </a:r>
        </a:p>
      </cdr:txBody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1B2602-5B46-4DFE-8337-B147ED34CBD4}" type="datetimeFigureOut">
              <a:rPr lang="en-GB" smtClean="0"/>
              <a:t>11/12/2024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463FC9-87A6-4176-8045-3C5200AB806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64212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0" i="0" dirty="0">
                <a:solidFill>
                  <a:srgbClr val="1F1F1F"/>
                </a:solidFill>
                <a:effectLst/>
                <a:latin typeface="Source Sans Pro" panose="020B0503030403020204" pitchFamily="34" charset="0"/>
              </a:rPr>
              <a:t>Continuous data can take any value in a specified range and the possibilities are infinite because there are no gaps in the continuum</a:t>
            </a:r>
          </a:p>
          <a:p>
            <a:endParaRPr lang="en-GB" b="0" i="0" dirty="0">
              <a:solidFill>
                <a:srgbClr val="1F1F1F"/>
              </a:solidFill>
              <a:effectLst/>
              <a:latin typeface="Source Sans Pro" panose="020B0503030403020204" pitchFamily="34" charset="0"/>
            </a:endParaRPr>
          </a:p>
          <a:p>
            <a:r>
              <a:rPr lang="en-GB" b="0" i="0" dirty="0">
                <a:solidFill>
                  <a:srgbClr val="1F1F1F"/>
                </a:solidFill>
                <a:effectLst/>
                <a:latin typeface="Source Sans Pro" panose="020B0503030403020204" pitchFamily="34" charset="0"/>
              </a:rPr>
              <a:t>Discrete data can only take a finite number of distinct values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463FC9-87A6-4176-8045-3C5200AB8060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157842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s. For example, what does the average of ‘‘never’’</a:t>
            </a:r>
          </a:p>
          <a:p>
            <a:r>
              <a:rPr lang="en-GB" dirty="0"/>
              <a:t>and ‘‘rarely’’ really mean? Does ‘‘rarely and a half’’ have a</a:t>
            </a:r>
          </a:p>
          <a:p>
            <a:r>
              <a:rPr lang="en-GB" dirty="0"/>
              <a:t>useful meaning?3 Furthermore, if responses are clustered at</a:t>
            </a:r>
          </a:p>
          <a:p>
            <a:r>
              <a:rPr lang="en-GB" dirty="0"/>
              <a:t>the high and low extremes, the mean may appear to be the</a:t>
            </a:r>
          </a:p>
          <a:p>
            <a:r>
              <a:rPr lang="en-GB" dirty="0"/>
              <a:t>neutral or middle response, but this may not fairly</a:t>
            </a:r>
          </a:p>
          <a:p>
            <a:r>
              <a:rPr lang="en-GB" dirty="0"/>
              <a:t>characterize the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463FC9-87A6-4176-8045-3C5200AB8060}" type="slidenum">
              <a:rPr lang="en-GB" smtClean="0"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887953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s. For example, what does the average of ‘‘never’’</a:t>
            </a:r>
          </a:p>
          <a:p>
            <a:r>
              <a:rPr lang="en-GB" dirty="0"/>
              <a:t>and ‘‘rarely’’ really mean? Does ‘‘rarely and a half’’ have a</a:t>
            </a:r>
          </a:p>
          <a:p>
            <a:r>
              <a:rPr lang="en-GB" dirty="0"/>
              <a:t>useful meaning?3 Furthermore, if responses are clustered at</a:t>
            </a:r>
          </a:p>
          <a:p>
            <a:r>
              <a:rPr lang="en-GB" dirty="0"/>
              <a:t>the high and low extremes, the mean may appear to be the</a:t>
            </a:r>
          </a:p>
          <a:p>
            <a:r>
              <a:rPr lang="en-GB" dirty="0"/>
              <a:t>neutral or middle response, but this may not fairly</a:t>
            </a:r>
          </a:p>
          <a:p>
            <a:r>
              <a:rPr lang="en-GB" dirty="0"/>
              <a:t>characterize the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463FC9-87A6-4176-8045-3C5200AB8060}" type="slidenum">
              <a:rPr lang="en-GB" smtClean="0"/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47846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0" i="0" dirty="0">
                <a:solidFill>
                  <a:srgbClr val="545D7E"/>
                </a:solidFill>
                <a:effectLst/>
                <a:latin typeface="Google Sans"/>
              </a:rPr>
              <a:t>Nonparametric tests can be used for categorical data or continuous data that is not normally distributed. 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463FC9-87A6-4176-8045-3C5200AB8060}" type="slidenum">
              <a:rPr lang="en-GB" smtClean="0"/>
              <a:t>28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188304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6F35B-B3D9-707F-4D30-7D5EBD3F83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FE79C9-5A93-1B88-4999-5137CD29D3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1DE7C4-326D-10B6-C3CE-3FE55DD69A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C45EA-5649-4F31-B583-76310281807F}" type="datetimeFigureOut">
              <a:rPr lang="en-GB" smtClean="0"/>
              <a:t>11/12/2024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B03891-AA2F-386F-F017-82BA5C022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EC3D90-F28A-8951-6C8F-93C436EB7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BE320-7EDF-4D16-B490-CF678109179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27245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3197A-D3EF-F0B2-50E1-DC8909160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914D2E-F27E-CA45-C51D-4A9FDAEC78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760CF0-6D28-A998-4A1B-BE87C676B0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C45EA-5649-4F31-B583-76310281807F}" type="datetimeFigureOut">
              <a:rPr lang="en-GB" smtClean="0"/>
              <a:t>11/12/2024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6E7FF6-F239-4990-C53C-C0D11A43CA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CF8559-B495-68CF-0811-964D755C0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BE320-7EDF-4D16-B490-CF678109179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444010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00DFB6-9810-7448-CED0-A0E2D1E60B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0235B6-E5E7-5888-4C7D-EE083EE201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A6C15F-47FA-FA5A-1020-7A11B6B510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C45EA-5649-4F31-B583-76310281807F}" type="datetimeFigureOut">
              <a:rPr lang="en-GB" smtClean="0"/>
              <a:t>11/12/2024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C4D749-4166-88BD-6EE1-92F3B58EF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3252B7-F8D3-6485-4F14-7A8F6F5CB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BE320-7EDF-4D16-B490-CF678109179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80279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E2C6A9-8468-61CC-CD1B-EAAF350E3E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9F0B57-E946-606E-A9C8-25CCC3F90F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F2D4BE-D298-F9E2-FB6E-D4C0180FBA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4231C5-BBE6-FB21-93F3-5760CB954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C45EA-5649-4F31-B583-76310281807F}" type="datetimeFigureOut">
              <a:rPr lang="en-GB" smtClean="0"/>
              <a:t>11/12/2024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565279-C8D1-5B16-7B34-50C21BE4D6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9D55DD-E9A6-F613-160C-5A1C8BB20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BE320-7EDF-4D16-B490-CF678109179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4747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A4B35-2E7A-4E7C-5E86-DB04690B21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E609B7-60C7-46AB-EC8F-5003BEDE19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42B6DE-08C8-8C53-95E8-11162691C4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EA88C3F-86CB-21F5-56E5-58F85E59C6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97886CF-D04E-8D93-97A7-A9F052F7E0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E7CCED-50F0-0AE0-F39A-A7B5629C12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C45EA-5649-4F31-B583-76310281807F}" type="datetimeFigureOut">
              <a:rPr lang="en-GB" smtClean="0"/>
              <a:t>11/12/2024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E58ADD4-BFEA-164D-F0C8-1EB5636172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726CBC7-FA0D-C7DD-2E1A-D20E4EAAA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BE320-7EDF-4D16-B490-CF678109179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101383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93AC2E-DC51-336D-5E12-25EBD085D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2D550AC-1BCF-A391-D688-0D0B46147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C45EA-5649-4F31-B583-76310281807F}" type="datetimeFigureOut">
              <a:rPr lang="en-GB" smtClean="0"/>
              <a:t>11/12/2024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7B69FC-6897-50F5-4AC9-AB0E2EDE9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703593-F3B5-CDCF-FC65-05C06B0C8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BE320-7EDF-4D16-B490-CF678109179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34147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7DF534-0CEC-3296-3F62-160D4B2749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C45EA-5649-4F31-B583-76310281807F}" type="datetimeFigureOut">
              <a:rPr lang="en-GB" smtClean="0"/>
              <a:t>11/12/2024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4A68C4-A7B0-9634-4543-70DA450F6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7BB4CF-7F93-F905-8E24-B65B7188E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BE320-7EDF-4D16-B490-CF678109179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911535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29118-1CA9-4AE5-ED70-B1168A4EEA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02FDC1-3444-A167-468D-6A5628F583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4A5282-4D7A-2682-E9FA-21586F6A46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B6EE26-4053-2463-C613-9CFA4C965F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C45EA-5649-4F31-B583-76310281807F}" type="datetimeFigureOut">
              <a:rPr lang="en-GB" smtClean="0"/>
              <a:t>11/12/2024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B0603C-28C3-4D82-A288-69F0B96345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460C29-B3F5-6C51-03BD-37E4E99AB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BE320-7EDF-4D16-B490-CF678109179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73759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48236F-E9A0-8739-849C-CA1BE859C5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31A9C19-26FA-7C73-AE2D-ED7857A728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1D6F73-A302-BC95-C9A6-0872C6046F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8D6A66-1EA9-FA06-8E59-9C340B4A9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C45EA-5649-4F31-B583-76310281807F}" type="datetimeFigureOut">
              <a:rPr lang="en-GB" smtClean="0"/>
              <a:t>11/12/2024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DD917D-8D14-D595-745E-68DA5FB009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5416BA-F6D2-0C1A-27DD-BBDB64A6E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BE320-7EDF-4D16-B490-CF678109179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495423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F5846D-E49C-05DF-A5EE-A7A2A2E1C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1BAC14-1C8F-0D40-D522-74E701636B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E65FD0-B68C-F19D-2E9A-9CA95B2EDE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C45EA-5649-4F31-B583-76310281807F}" type="datetimeFigureOut">
              <a:rPr lang="en-GB" smtClean="0"/>
              <a:t>11/12/2024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2AE469-F7C4-B3B2-8325-061A90760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4C4387-6837-AB3C-8B46-A1DABEAF9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BE320-7EDF-4D16-B490-CF678109179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803995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CE6EA65-B711-88D7-6AB5-3577CEC63F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23D15A-7486-F475-234E-813F854797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32DC2A-00EC-5842-4574-7BF27C6121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C45EA-5649-4F31-B583-76310281807F}" type="datetimeFigureOut">
              <a:rPr lang="en-GB" smtClean="0"/>
              <a:t>11/12/2024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4C1F0B-06E9-0AD6-AC43-E431FC93E0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7D038D-C9B0-8649-5651-86551BDAA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BE320-7EDF-4D16-B490-CF678109179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9180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BB06014-F501-B85E-74EE-725BF592E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0BF6EF-B91F-53CA-CCA5-C949F596BC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994B15-6675-16B5-B384-972DE6AF64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CC45EA-5649-4F31-B583-76310281807F}" type="datetimeFigureOut">
              <a:rPr lang="en-GB" smtClean="0"/>
              <a:t>11/12/2024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98B79B-5BE4-4D56-E21C-1E09241803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AD0B8B-CFC2-4481-1CFB-DFC4985A00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DBE320-7EDF-4D16-B490-CF678109179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17935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diagramLayout" Target="../diagrams/layout2.xml"/><Relationship Id="rId7" Type="http://schemas.openxmlformats.org/officeDocument/2006/relationships/image" Target="../media/image11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microsoft.com/office/2014/relationships/chartEx" Target="../charts/chartEx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0.png"/><Relationship Id="rId4" Type="http://schemas.microsoft.com/office/2014/relationships/chartEx" Target="../charts/chartEx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oi.org/10.3390/educsci13040370" TargetMode="Externa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microsoft.com/office/2014/relationships/chartEx" Target="../charts/chartEx4.xml"/><Relationship Id="rId5" Type="http://schemas.openxmlformats.org/officeDocument/2006/relationships/image" Target="../media/image17.png"/><Relationship Id="rId4" Type="http://schemas.microsoft.com/office/2014/relationships/chartEx" Target="../charts/chartEx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1E79B0-F3E6-46B9-EE09-EE999F8F59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3442" y="921715"/>
            <a:ext cx="5163022" cy="2635993"/>
          </a:xfrm>
        </p:spPr>
        <p:txBody>
          <a:bodyPr anchor="b">
            <a:normAutofit/>
          </a:bodyPr>
          <a:lstStyle/>
          <a:p>
            <a:pPr algn="l"/>
            <a:r>
              <a:rPr lang="en-GB" sz="4800"/>
              <a:t>Statistics workshop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05CA36-AD6A-4ABF-9A05-52E5A143D2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4022214"/>
            <a:ext cx="12192000" cy="2835786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4331EE8-85A4-4588-8D9E-70E534D477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4022220"/>
            <a:ext cx="8153398" cy="2835780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9D6C862-61CC-4B46-8080-96583D653B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4022219"/>
            <a:ext cx="12253472" cy="2835781"/>
          </a:xfrm>
          <a:prstGeom prst="rect">
            <a:avLst/>
          </a:prstGeom>
          <a:gradFill>
            <a:gsLst>
              <a:gs pos="3900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72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C5A159-2A28-0564-6623-58EE804854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3442" y="4541263"/>
            <a:ext cx="4662957" cy="1395022"/>
          </a:xfrm>
        </p:spPr>
        <p:txBody>
          <a:bodyPr anchor="t">
            <a:normAutofit/>
          </a:bodyPr>
          <a:lstStyle/>
          <a:p>
            <a:pPr algn="l"/>
            <a:r>
              <a:rPr lang="en-GB" dirty="0">
                <a:solidFill>
                  <a:srgbClr val="FFFFFF"/>
                </a:solidFill>
              </a:rPr>
              <a:t>Shi Min CHUA</a:t>
            </a:r>
          </a:p>
          <a:p>
            <a:pPr algn="l"/>
            <a:r>
              <a:rPr lang="en-GB" dirty="0">
                <a:solidFill>
                  <a:srgbClr val="FFFFFF"/>
                </a:solidFill>
              </a:rPr>
              <a:t>11 December 2024</a:t>
            </a:r>
          </a:p>
          <a:p>
            <a:pPr algn="l"/>
            <a:r>
              <a:rPr lang="en-GB" dirty="0">
                <a:solidFill>
                  <a:srgbClr val="FFFFFF"/>
                </a:solidFill>
              </a:rPr>
              <a:t>shiminc@gmail.com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37EECFC-A684-4391-AE85-4CDAF5565F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6400797"/>
            <a:ext cx="12191998" cy="457203"/>
          </a:xfrm>
          <a:prstGeom prst="rect">
            <a:avLst/>
          </a:prstGeom>
          <a:gradFill>
            <a:gsLst>
              <a:gs pos="0">
                <a:srgbClr val="000000">
                  <a:alpha val="43000"/>
                </a:srgbClr>
              </a:gs>
              <a:gs pos="79000">
                <a:schemeClr val="accent1">
                  <a:lumMod val="75000"/>
                  <a:alpha val="2200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23517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346177D-ADC4-4968-B747-5CFCD390B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 descr="Chat with solid fill">
            <a:extLst>
              <a:ext uri="{FF2B5EF4-FFF2-40B4-BE49-F238E27FC236}">
                <a16:creationId xmlns:a16="http://schemas.microsoft.com/office/drawing/2014/main" id="{4E891246-EB90-A5C2-97BE-B3AAC905D8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2690" y="1262317"/>
            <a:ext cx="3876165" cy="3876165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700681-C141-A46D-17AA-EEA976EB77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8082" y="1455931"/>
            <a:ext cx="6720469" cy="3197464"/>
          </a:xfrm>
        </p:spPr>
        <p:txBody>
          <a:bodyPr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GB" sz="4400" dirty="0"/>
              <a:t>Have you recently done/been planning to any quantitative analysis ?</a:t>
            </a:r>
          </a:p>
          <a:p>
            <a:r>
              <a:rPr lang="en-GB" sz="2400" dirty="0"/>
              <a:t>What are you measuring?</a:t>
            </a:r>
          </a:p>
          <a:p>
            <a:r>
              <a:rPr lang="en-GB" sz="2400" dirty="0"/>
              <a:t>What is your hypothesis?</a:t>
            </a:r>
          </a:p>
          <a:p>
            <a:r>
              <a:rPr lang="en-GB" sz="2400" dirty="0"/>
              <a:t>What statistical analysis have you done?</a:t>
            </a:r>
          </a:p>
          <a:p>
            <a:r>
              <a:rPr lang="en-GB" sz="2400" dirty="0"/>
              <a:t>Any difficulties?</a:t>
            </a:r>
          </a:p>
          <a:p>
            <a:endParaRPr lang="en-GB" sz="24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844A943-BF79-4FEA-ABB1-3BD54D2366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90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437CC72-F4A8-4DC3-AFAB-D22C482C81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50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71075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4B416E-AF3D-FA8A-90C6-5A0E1F5E90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GB" sz="4000">
                <a:solidFill>
                  <a:srgbClr val="FFFFFF"/>
                </a:solidFill>
              </a:rPr>
              <a:t>Overview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205916C-E81B-D96C-FBFA-1C8F7AA71D4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42759417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759368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4751229-0244-4FBB-BED1-407467F4C9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41A8EC-1BF8-8677-3723-F9DFAAAA98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7101" y="735283"/>
            <a:ext cx="4978399" cy="316504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Type of Variables</a:t>
            </a:r>
          </a:p>
        </p:txBody>
      </p:sp>
      <p:pic>
        <p:nvPicPr>
          <p:cNvPr id="7" name="Graphic 6" descr="Bar chart">
            <a:extLst>
              <a:ext uri="{FF2B5EF4-FFF2-40B4-BE49-F238E27FC236}">
                <a16:creationId xmlns:a16="http://schemas.microsoft.com/office/drawing/2014/main" id="{FA56979F-6F61-602F-C996-734E7E3762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7549" y="2776619"/>
            <a:ext cx="1289051" cy="1289051"/>
          </a:xfrm>
          <a:prstGeom prst="rect">
            <a:avLst/>
          </a:prstGeom>
        </p:spPr>
      </p:pic>
      <p:pic>
        <p:nvPicPr>
          <p:cNvPr id="9" name="Graphic 8" descr="Bar chart">
            <a:extLst>
              <a:ext uri="{FF2B5EF4-FFF2-40B4-BE49-F238E27FC236}">
                <a16:creationId xmlns:a16="http://schemas.microsoft.com/office/drawing/2014/main" id="{8A99D394-ED40-4178-AF9C-BE2391087F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07815" y="716407"/>
            <a:ext cx="5411343" cy="5411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75428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7D2120-6772-6136-B17E-54D2DD9CBA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GB" sz="4000">
                <a:solidFill>
                  <a:srgbClr val="FFFFFF"/>
                </a:solidFill>
              </a:rPr>
              <a:t>Research Design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D8DAA89-02D2-30EE-0DCB-0F65431BFFF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1742698"/>
              </p:ext>
            </p:extLst>
          </p:nvPr>
        </p:nvGraphicFramePr>
        <p:xfrm>
          <a:off x="4905052" y="-568938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1823FE09-6657-B348-0FCB-3024A014E129}"/>
              </a:ext>
            </a:extLst>
          </p:cNvPr>
          <p:cNvSpPr txBox="1"/>
          <p:nvPr/>
        </p:nvSpPr>
        <p:spPr>
          <a:xfrm>
            <a:off x="5718072" y="4330532"/>
            <a:ext cx="585381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This study seeks to determine whether there are ethnic differences in the pitch contours of Singlish discourse particles produced by Singlish speakers. </a:t>
            </a:r>
            <a:endParaRPr lang="en-GB" dirty="0"/>
          </a:p>
        </p:txBody>
      </p:sp>
      <p:pic>
        <p:nvPicPr>
          <p:cNvPr id="6" name="Graphic 5" descr="Idea with solid fill">
            <a:extLst>
              <a:ext uri="{FF2B5EF4-FFF2-40B4-BE49-F238E27FC236}">
                <a16:creationId xmlns:a16="http://schemas.microsoft.com/office/drawing/2014/main" id="{1D75F1A6-64EB-0DD9-7CD4-A864DD824D3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768191" y="4356016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03039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0D01FA-346E-4299-6CD5-25785A07C9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GB" sz="4000">
                <a:solidFill>
                  <a:srgbClr val="FFFFFF"/>
                </a:solidFill>
              </a:rPr>
              <a:t>Data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4E0D012-CE2C-9E43-EC87-626FC6E634A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32403045"/>
              </p:ext>
            </p:extLst>
          </p:nvPr>
        </p:nvGraphicFramePr>
        <p:xfrm>
          <a:off x="4581727" y="236484"/>
          <a:ext cx="6330113" cy="685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6405986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52C895-F4C4-9F1D-2A8E-398C45CB4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GB" sz="4000" dirty="0">
                <a:solidFill>
                  <a:srgbClr val="FFFFFF"/>
                </a:solidFill>
              </a:rPr>
              <a:t>Nominal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369C01-98C7-9924-F684-6003760C43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5511" y="-1030307"/>
            <a:ext cx="9724031" cy="3683358"/>
          </a:xfrm>
        </p:spPr>
        <p:txBody>
          <a:bodyPr anchor="ctr">
            <a:norm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no meaningful order between the data</a:t>
            </a:r>
            <a:br>
              <a:rPr lang="en-GB" dirty="0">
                <a:solidFill>
                  <a:schemeClr val="bg1"/>
                </a:solidFill>
              </a:rPr>
            </a:br>
            <a:r>
              <a:rPr lang="en-GB" dirty="0">
                <a:solidFill>
                  <a:schemeClr val="bg1"/>
                </a:solidFill>
              </a:rPr>
              <a:t>e.g., gender, race, language spoken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3CA934C-FE7A-DB3F-7821-94E88E25C61A}"/>
              </a:ext>
            </a:extLst>
          </p:cNvPr>
          <p:cNvSpPr txBox="1">
            <a:spLocks/>
          </p:cNvSpPr>
          <p:nvPr/>
        </p:nvSpPr>
        <p:spPr>
          <a:xfrm>
            <a:off x="971297" y="2358514"/>
            <a:ext cx="4959603" cy="3522569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What is your religion?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GB" sz="2800" dirty="0"/>
              <a:t>No religion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GB" sz="2800" dirty="0"/>
              <a:t>Christian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GB" sz="2800" dirty="0"/>
              <a:t>Buddhist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GB" sz="2800" dirty="0"/>
              <a:t>Hindu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GB" sz="2800" dirty="0"/>
              <a:t>Jewish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GB" sz="2800" dirty="0"/>
              <a:t>Muslim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GB" sz="2800" dirty="0"/>
              <a:t>Sikh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GB" sz="2800" dirty="0"/>
              <a:t>Others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GB" sz="1400" dirty="0"/>
          </a:p>
          <a:p>
            <a:pPr marL="0" indent="0">
              <a:buFont typeface="Arial" panose="020B0604020202020204" pitchFamily="34" charset="0"/>
              <a:buNone/>
            </a:pPr>
            <a:endParaRPr lang="en-GB" sz="1400" dirty="0"/>
          </a:p>
          <a:p>
            <a:pPr marL="0" indent="0">
              <a:buFont typeface="Arial" panose="020B0604020202020204" pitchFamily="34" charset="0"/>
              <a:buNone/>
            </a:pPr>
            <a:endParaRPr lang="en-GB" sz="1400" dirty="0"/>
          </a:p>
          <a:p>
            <a:pPr marL="0" indent="0">
              <a:buFont typeface="Arial" panose="020B0604020202020204" pitchFamily="34" charset="0"/>
              <a:buNone/>
            </a:pPr>
            <a:endParaRPr lang="en-GB" sz="1400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AD04283-A238-40A3-69DC-3912870B24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1828380"/>
              </p:ext>
            </p:extLst>
          </p:nvPr>
        </p:nvGraphicFramePr>
        <p:xfrm>
          <a:off x="6702942" y="1802368"/>
          <a:ext cx="5201023" cy="48051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6262">
                  <a:extLst>
                    <a:ext uri="{9D8B030D-6E8A-4147-A177-3AD203B41FA5}">
                      <a16:colId xmlns:a16="http://schemas.microsoft.com/office/drawing/2014/main" val="3124015303"/>
                    </a:ext>
                  </a:extLst>
                </a:gridCol>
                <a:gridCol w="3094761">
                  <a:extLst>
                    <a:ext uri="{9D8B030D-6E8A-4147-A177-3AD203B41FA5}">
                      <a16:colId xmlns:a16="http://schemas.microsoft.com/office/drawing/2014/main" val="3098294638"/>
                    </a:ext>
                  </a:extLst>
                </a:gridCol>
              </a:tblGrid>
              <a:tr h="533907">
                <a:tc>
                  <a:txBody>
                    <a:bodyPr/>
                    <a:lstStyle/>
                    <a:p>
                      <a:pPr algn="ctr"/>
                      <a:r>
                        <a:rPr lang="en-GB" sz="2600" b="1" dirty="0">
                          <a:solidFill>
                            <a:schemeClr val="tx1"/>
                          </a:solidFill>
                        </a:rPr>
                        <a:t>Religion</a:t>
                      </a:r>
                    </a:p>
                  </a:txBody>
                  <a:tcPr marL="102255" marR="102255" marT="51127" marB="5112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chemeClr val="accent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600" b="1">
                          <a:solidFill>
                            <a:schemeClr val="tx1"/>
                          </a:solidFill>
                        </a:rPr>
                        <a:t>Frequency/Count</a:t>
                      </a:r>
                    </a:p>
                  </a:txBody>
                  <a:tcPr marL="102255" marR="102255" marT="51127" marB="5112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chemeClr val="accent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6184259"/>
                  </a:ext>
                </a:extLst>
              </a:tr>
              <a:tr h="533907">
                <a:tc>
                  <a:txBody>
                    <a:bodyPr/>
                    <a:lstStyle/>
                    <a:p>
                      <a:pPr algn="ctr"/>
                      <a:r>
                        <a:rPr lang="en-GB" sz="2600">
                          <a:solidFill>
                            <a:schemeClr val="tx1"/>
                          </a:solidFill>
                        </a:rPr>
                        <a:t>No religion</a:t>
                      </a:r>
                    </a:p>
                  </a:txBody>
                  <a:tcPr marL="102255" marR="102255" marT="51127" marB="51127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chemeClr val="accent1"/>
                      </a:solidFill>
                    </a:lnT>
                    <a:lnB w="3175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26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250</a:t>
                      </a:r>
                    </a:p>
                  </a:txBody>
                  <a:tcPr marL="7101" marR="7101" marT="7101" marB="0" anchor="b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chemeClr val="accent1"/>
                      </a:solidFill>
                    </a:lnT>
                    <a:lnB w="3175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175083"/>
                  </a:ext>
                </a:extLst>
              </a:tr>
              <a:tr h="533907">
                <a:tc>
                  <a:txBody>
                    <a:bodyPr/>
                    <a:lstStyle/>
                    <a:p>
                      <a:pPr algn="ctr"/>
                      <a:r>
                        <a:rPr lang="en-GB" sz="2600" dirty="0">
                          <a:solidFill>
                            <a:schemeClr val="tx1"/>
                          </a:solidFill>
                        </a:rPr>
                        <a:t>Christian</a:t>
                      </a:r>
                    </a:p>
                  </a:txBody>
                  <a:tcPr marL="102255" marR="102255" marT="51127" marB="51127">
                    <a:lnL>
                      <a:noFill/>
                    </a:lnL>
                    <a:lnR>
                      <a:noFill/>
                    </a:lnR>
                    <a:lnT w="3175">
                      <a:solidFill>
                        <a:schemeClr val="tx1"/>
                      </a:solidFill>
                    </a:lnT>
                    <a:lnB w="3175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26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141</a:t>
                      </a:r>
                    </a:p>
                  </a:txBody>
                  <a:tcPr marL="7101" marR="7101" marT="7101" marB="0" anchor="b">
                    <a:lnL>
                      <a:noFill/>
                    </a:lnL>
                    <a:lnR>
                      <a:noFill/>
                    </a:lnR>
                    <a:lnT w="3175">
                      <a:solidFill>
                        <a:schemeClr val="tx1"/>
                      </a:solidFill>
                    </a:lnT>
                    <a:lnB w="3175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7328234"/>
                  </a:ext>
                </a:extLst>
              </a:tr>
              <a:tr h="533907">
                <a:tc>
                  <a:txBody>
                    <a:bodyPr/>
                    <a:lstStyle/>
                    <a:p>
                      <a:pPr algn="ctr"/>
                      <a:r>
                        <a:rPr lang="en-GB" sz="2600">
                          <a:solidFill>
                            <a:schemeClr val="tx1"/>
                          </a:solidFill>
                        </a:rPr>
                        <a:t>Buddhist</a:t>
                      </a:r>
                    </a:p>
                  </a:txBody>
                  <a:tcPr marL="102255" marR="102255" marT="51127" marB="51127">
                    <a:lnL>
                      <a:noFill/>
                    </a:lnL>
                    <a:lnR>
                      <a:noFill/>
                    </a:lnR>
                    <a:lnT w="3175">
                      <a:solidFill>
                        <a:schemeClr val="tx1"/>
                      </a:solidFill>
                    </a:lnT>
                    <a:lnB w="3175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26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19</a:t>
                      </a:r>
                    </a:p>
                  </a:txBody>
                  <a:tcPr marL="7101" marR="7101" marT="7101" marB="0" anchor="b">
                    <a:lnL>
                      <a:noFill/>
                    </a:lnL>
                    <a:lnR>
                      <a:noFill/>
                    </a:lnR>
                    <a:lnT w="3175">
                      <a:solidFill>
                        <a:schemeClr val="tx1"/>
                      </a:solidFill>
                    </a:lnT>
                    <a:lnB w="3175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3614623"/>
                  </a:ext>
                </a:extLst>
              </a:tr>
              <a:tr h="533907">
                <a:tc>
                  <a:txBody>
                    <a:bodyPr/>
                    <a:lstStyle/>
                    <a:p>
                      <a:pPr algn="ctr"/>
                      <a:r>
                        <a:rPr lang="en-GB" sz="2600">
                          <a:solidFill>
                            <a:schemeClr val="tx1"/>
                          </a:solidFill>
                        </a:rPr>
                        <a:t>Hindu</a:t>
                      </a:r>
                    </a:p>
                  </a:txBody>
                  <a:tcPr marL="102255" marR="102255" marT="51127" marB="51127">
                    <a:lnL>
                      <a:noFill/>
                    </a:lnL>
                    <a:lnR>
                      <a:noFill/>
                    </a:lnR>
                    <a:lnT w="3175">
                      <a:solidFill>
                        <a:schemeClr val="tx1"/>
                      </a:solidFill>
                    </a:lnT>
                    <a:lnB w="3175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26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26</a:t>
                      </a:r>
                    </a:p>
                  </a:txBody>
                  <a:tcPr marL="7101" marR="7101" marT="7101" marB="0" anchor="b">
                    <a:lnL>
                      <a:noFill/>
                    </a:lnL>
                    <a:lnR>
                      <a:noFill/>
                    </a:lnR>
                    <a:lnT w="3175">
                      <a:solidFill>
                        <a:schemeClr val="tx1"/>
                      </a:solidFill>
                    </a:lnT>
                    <a:lnB w="3175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5344097"/>
                  </a:ext>
                </a:extLst>
              </a:tr>
              <a:tr h="533907">
                <a:tc>
                  <a:txBody>
                    <a:bodyPr/>
                    <a:lstStyle/>
                    <a:p>
                      <a:pPr algn="ctr"/>
                      <a:r>
                        <a:rPr lang="en-GB" sz="2600">
                          <a:solidFill>
                            <a:schemeClr val="tx1"/>
                          </a:solidFill>
                        </a:rPr>
                        <a:t>Jewish</a:t>
                      </a:r>
                    </a:p>
                  </a:txBody>
                  <a:tcPr marL="102255" marR="102255" marT="51127" marB="51127">
                    <a:lnL>
                      <a:noFill/>
                    </a:lnL>
                    <a:lnR>
                      <a:noFill/>
                    </a:lnR>
                    <a:lnT w="3175">
                      <a:solidFill>
                        <a:schemeClr val="tx1"/>
                      </a:solidFill>
                    </a:lnT>
                    <a:lnB w="3175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26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11</a:t>
                      </a:r>
                    </a:p>
                  </a:txBody>
                  <a:tcPr marL="7101" marR="7101" marT="7101" marB="0" anchor="b">
                    <a:lnL>
                      <a:noFill/>
                    </a:lnL>
                    <a:lnR>
                      <a:noFill/>
                    </a:lnR>
                    <a:lnT w="3175">
                      <a:solidFill>
                        <a:schemeClr val="tx1"/>
                      </a:solidFill>
                    </a:lnT>
                    <a:lnB w="3175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6855810"/>
                  </a:ext>
                </a:extLst>
              </a:tr>
              <a:tr h="533907">
                <a:tc>
                  <a:txBody>
                    <a:bodyPr/>
                    <a:lstStyle/>
                    <a:p>
                      <a:pPr algn="ctr"/>
                      <a:r>
                        <a:rPr lang="en-GB" sz="2600">
                          <a:solidFill>
                            <a:schemeClr val="tx1"/>
                          </a:solidFill>
                        </a:rPr>
                        <a:t>Muslim</a:t>
                      </a:r>
                    </a:p>
                  </a:txBody>
                  <a:tcPr marL="102255" marR="102255" marT="51127" marB="51127">
                    <a:lnL>
                      <a:noFill/>
                    </a:lnL>
                    <a:lnR>
                      <a:noFill/>
                    </a:lnR>
                    <a:lnT w="3175">
                      <a:solidFill>
                        <a:schemeClr val="tx1"/>
                      </a:solidFill>
                    </a:lnT>
                    <a:lnB w="3175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26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49</a:t>
                      </a:r>
                    </a:p>
                  </a:txBody>
                  <a:tcPr marL="7101" marR="7101" marT="7101" marB="0" anchor="b">
                    <a:lnL>
                      <a:noFill/>
                    </a:lnL>
                    <a:lnR>
                      <a:noFill/>
                    </a:lnR>
                    <a:lnT w="3175">
                      <a:solidFill>
                        <a:schemeClr val="tx1"/>
                      </a:solidFill>
                    </a:lnT>
                    <a:lnB w="3175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0095465"/>
                  </a:ext>
                </a:extLst>
              </a:tr>
              <a:tr h="533907">
                <a:tc>
                  <a:txBody>
                    <a:bodyPr/>
                    <a:lstStyle/>
                    <a:p>
                      <a:pPr algn="ctr"/>
                      <a:r>
                        <a:rPr lang="en-GB" sz="2600">
                          <a:solidFill>
                            <a:schemeClr val="tx1"/>
                          </a:solidFill>
                        </a:rPr>
                        <a:t>Sikh</a:t>
                      </a:r>
                    </a:p>
                  </a:txBody>
                  <a:tcPr marL="102255" marR="102255" marT="51127" marB="51127">
                    <a:lnL>
                      <a:noFill/>
                    </a:lnL>
                    <a:lnR>
                      <a:noFill/>
                    </a:lnR>
                    <a:lnT w="3175">
                      <a:solidFill>
                        <a:schemeClr val="tx1"/>
                      </a:solidFill>
                    </a:lnT>
                    <a:lnB w="3175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26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7101" marR="7101" marT="7101" marB="0" anchor="b">
                    <a:lnL>
                      <a:noFill/>
                    </a:lnL>
                    <a:lnR>
                      <a:noFill/>
                    </a:lnR>
                    <a:lnT w="3175">
                      <a:solidFill>
                        <a:schemeClr val="tx1"/>
                      </a:solidFill>
                    </a:lnT>
                    <a:lnB w="3175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2808614"/>
                  </a:ext>
                </a:extLst>
              </a:tr>
              <a:tr h="533907">
                <a:tc>
                  <a:txBody>
                    <a:bodyPr/>
                    <a:lstStyle/>
                    <a:p>
                      <a:pPr algn="ctr"/>
                      <a:r>
                        <a:rPr lang="en-GB" sz="2600">
                          <a:solidFill>
                            <a:schemeClr val="tx1"/>
                          </a:solidFill>
                        </a:rPr>
                        <a:t>Others</a:t>
                      </a:r>
                    </a:p>
                  </a:txBody>
                  <a:tcPr marL="102255" marR="102255" marT="51127" marB="51127">
                    <a:lnL>
                      <a:noFill/>
                    </a:lnL>
                    <a:lnR>
                      <a:noFill/>
                    </a:lnR>
                    <a:lnT w="3175">
                      <a:solidFill>
                        <a:schemeClr val="tx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26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7101" marR="7101" marT="7101" marB="0" anchor="b">
                    <a:lnL>
                      <a:noFill/>
                    </a:lnL>
                    <a:lnR>
                      <a:noFill/>
                    </a:lnR>
                    <a:lnT w="3175">
                      <a:solidFill>
                        <a:schemeClr val="tx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3216350"/>
                  </a:ext>
                </a:extLst>
              </a:tr>
            </a:tbl>
          </a:graphicData>
        </a:graphic>
      </p:graphicFrame>
      <p:sp>
        <p:nvSpPr>
          <p:cNvPr id="6" name="Arrow: Right 5">
            <a:extLst>
              <a:ext uri="{FF2B5EF4-FFF2-40B4-BE49-F238E27FC236}">
                <a16:creationId xmlns:a16="http://schemas.microsoft.com/office/drawing/2014/main" id="{AAFA8959-DD4D-FFC4-76E1-9AA57B5C1387}"/>
              </a:ext>
            </a:extLst>
          </p:cNvPr>
          <p:cNvSpPr/>
          <p:nvPr/>
        </p:nvSpPr>
        <p:spPr>
          <a:xfrm>
            <a:off x="4597400" y="3429000"/>
            <a:ext cx="1143000" cy="11430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39263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79E27D9-03C7-44E2-9FF8-15D0C8506A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EBF1590-3B36-48EE-A89D-3B6F3CB25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C8F6C8C-AB5A-4548-942D-E3FD40ACB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864FB645-62C1-C40E-C702-645300867B2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71026774"/>
              </p:ext>
            </p:extLst>
          </p:nvPr>
        </p:nvGraphicFramePr>
        <p:xfrm>
          <a:off x="1608661" y="832123"/>
          <a:ext cx="5086350" cy="372712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03A6D9D1-A09D-EA42-5C05-79E1F12477E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44279236"/>
              </p:ext>
            </p:extLst>
          </p:nvPr>
        </p:nvGraphicFramePr>
        <p:xfrm>
          <a:off x="6749081" y="1367835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Multiplication Sign 5">
            <a:extLst>
              <a:ext uri="{FF2B5EF4-FFF2-40B4-BE49-F238E27FC236}">
                <a16:creationId xmlns:a16="http://schemas.microsoft.com/office/drawing/2014/main" id="{D043A5CD-CCD2-A692-3A33-88208FAB5FB8}"/>
              </a:ext>
            </a:extLst>
          </p:cNvPr>
          <p:cNvSpPr/>
          <p:nvPr/>
        </p:nvSpPr>
        <p:spPr>
          <a:xfrm>
            <a:off x="9969500" y="596794"/>
            <a:ext cx="2044700" cy="2120900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79227BA-D072-B121-379D-54D50215B172}"/>
              </a:ext>
            </a:extLst>
          </p:cNvPr>
          <p:cNvSpPr txBox="1"/>
          <p:nvPr/>
        </p:nvSpPr>
        <p:spPr>
          <a:xfrm rot="16200000">
            <a:off x="72740" y="2232387"/>
            <a:ext cx="25943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/>
              <a:t>Frequency/count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1D1F17-3689-A73D-F54F-A77E5037DB1A}"/>
              </a:ext>
            </a:extLst>
          </p:cNvPr>
          <p:cNvSpPr txBox="1"/>
          <p:nvPr/>
        </p:nvSpPr>
        <p:spPr>
          <a:xfrm>
            <a:off x="3501631" y="4665103"/>
            <a:ext cx="25943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/>
              <a:t>Ethnicity</a:t>
            </a:r>
          </a:p>
        </p:txBody>
      </p:sp>
    </p:spTree>
    <p:extLst>
      <p:ext uri="{BB962C8B-B14F-4D97-AF65-F5344CB8AC3E}">
        <p14:creationId xmlns:p14="http://schemas.microsoft.com/office/powerpoint/2010/main" val="12690248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52C895-F4C4-9F1D-2A8E-398C45CB4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GB" sz="4000" dirty="0">
                <a:solidFill>
                  <a:srgbClr val="FFFFFF"/>
                </a:solidFill>
              </a:rPr>
              <a:t>Nominal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369C01-98C7-9924-F684-6003760C43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5511" y="-1030307"/>
            <a:ext cx="7822185" cy="3683358"/>
          </a:xfrm>
        </p:spPr>
        <p:txBody>
          <a:bodyPr anchor="ctr">
            <a:norm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Sometimes, researchers code/categorise data into nominal data.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3CA934C-FE7A-DB3F-7821-94E88E25C61A}"/>
              </a:ext>
            </a:extLst>
          </p:cNvPr>
          <p:cNvSpPr txBox="1">
            <a:spLocks/>
          </p:cNvSpPr>
          <p:nvPr/>
        </p:nvSpPr>
        <p:spPr>
          <a:xfrm>
            <a:off x="971296" y="1885279"/>
            <a:ext cx="9595104" cy="352256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dirty="0"/>
              <a:t>E.g., What is your age?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GB" sz="1400" dirty="0"/>
          </a:p>
          <a:p>
            <a:pPr marL="0" indent="0">
              <a:buFont typeface="Arial" panose="020B0604020202020204" pitchFamily="34" charset="0"/>
              <a:buNone/>
            </a:pPr>
            <a:endParaRPr lang="en-GB" sz="1400" dirty="0"/>
          </a:p>
          <a:p>
            <a:pPr marL="0" indent="0">
              <a:buFont typeface="Arial" panose="020B0604020202020204" pitchFamily="34" charset="0"/>
              <a:buNone/>
            </a:pPr>
            <a:endParaRPr lang="en-GB" sz="1400" dirty="0"/>
          </a:p>
          <a:p>
            <a:pPr marL="0" indent="0">
              <a:buFont typeface="Arial" panose="020B0604020202020204" pitchFamily="34" charset="0"/>
              <a:buNone/>
            </a:pPr>
            <a:endParaRPr lang="en-GB" sz="1400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298A7B3-B50F-16C3-A93B-323C660D7D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5898356"/>
              </p:ext>
            </p:extLst>
          </p:nvPr>
        </p:nvGraphicFramePr>
        <p:xfrm>
          <a:off x="1371599" y="2805828"/>
          <a:ext cx="8299344" cy="36833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9672">
                  <a:extLst>
                    <a:ext uri="{9D8B030D-6E8A-4147-A177-3AD203B41FA5}">
                      <a16:colId xmlns:a16="http://schemas.microsoft.com/office/drawing/2014/main" val="2861641947"/>
                    </a:ext>
                  </a:extLst>
                </a:gridCol>
                <a:gridCol w="4149672">
                  <a:extLst>
                    <a:ext uri="{9D8B030D-6E8A-4147-A177-3AD203B41FA5}">
                      <a16:colId xmlns:a16="http://schemas.microsoft.com/office/drawing/2014/main" val="2083204660"/>
                    </a:ext>
                  </a:extLst>
                </a:gridCol>
              </a:tblGrid>
              <a:tr h="686728">
                <a:tc>
                  <a:txBody>
                    <a:bodyPr/>
                    <a:lstStyle/>
                    <a:p>
                      <a:r>
                        <a:rPr lang="en-GB" sz="3200" b="1" dirty="0">
                          <a:solidFill>
                            <a:schemeClr val="tx1"/>
                          </a:solidFill>
                        </a:rPr>
                        <a:t>Age Group</a:t>
                      </a:r>
                    </a:p>
                  </a:txBody>
                  <a:tcPr marL="165229" marR="165229" marT="82614" marB="8261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chemeClr val="accent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3200" b="1" dirty="0">
                          <a:solidFill>
                            <a:schemeClr val="tx1"/>
                          </a:solidFill>
                        </a:rPr>
                        <a:t>Frequency/Count</a:t>
                      </a:r>
                    </a:p>
                  </a:txBody>
                  <a:tcPr marL="165229" marR="165229" marT="82614" marB="8261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chemeClr val="accent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0185562"/>
                  </a:ext>
                </a:extLst>
              </a:tr>
              <a:tr h="115495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3200">
                          <a:solidFill>
                            <a:schemeClr val="tx1"/>
                          </a:solidFill>
                        </a:rPr>
                        <a:t>Aged 15 years and under</a:t>
                      </a:r>
                    </a:p>
                  </a:txBody>
                  <a:tcPr marL="165229" marR="165229" marT="82614" marB="82614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chemeClr val="accent1"/>
                      </a:solidFill>
                    </a:lnT>
                    <a:lnB w="3175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3200" dirty="0">
                          <a:solidFill>
                            <a:schemeClr val="tx1"/>
                          </a:solidFill>
                        </a:rPr>
                        <a:t>103</a:t>
                      </a:r>
                    </a:p>
                  </a:txBody>
                  <a:tcPr marL="165229" marR="165229" marT="82614" marB="82614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chemeClr val="accent1"/>
                      </a:solidFill>
                    </a:lnT>
                    <a:lnB w="3175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1609619"/>
                  </a:ext>
                </a:extLst>
              </a:tr>
              <a:tr h="68672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3200">
                          <a:solidFill>
                            <a:schemeClr val="tx1"/>
                          </a:solidFill>
                        </a:rPr>
                        <a:t>Aged 16 to 64 years</a:t>
                      </a:r>
                    </a:p>
                  </a:txBody>
                  <a:tcPr marL="165229" marR="165229" marT="82614" marB="82614">
                    <a:lnL>
                      <a:noFill/>
                    </a:lnL>
                    <a:lnR>
                      <a:noFill/>
                    </a:lnR>
                    <a:lnT w="3175">
                      <a:solidFill>
                        <a:schemeClr val="tx1"/>
                      </a:solidFill>
                    </a:lnT>
                    <a:lnB w="3175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3200" dirty="0">
                          <a:solidFill>
                            <a:schemeClr val="tx1"/>
                          </a:solidFill>
                        </a:rPr>
                        <a:t>204</a:t>
                      </a:r>
                    </a:p>
                  </a:txBody>
                  <a:tcPr marL="165229" marR="165229" marT="82614" marB="82614">
                    <a:lnL>
                      <a:noFill/>
                    </a:lnL>
                    <a:lnR>
                      <a:noFill/>
                    </a:lnR>
                    <a:lnT w="3175">
                      <a:solidFill>
                        <a:schemeClr val="tx1"/>
                      </a:solidFill>
                    </a:lnT>
                    <a:lnB w="3175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8469006"/>
                  </a:ext>
                </a:extLst>
              </a:tr>
              <a:tr h="115495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3200" dirty="0">
                          <a:solidFill>
                            <a:schemeClr val="tx1"/>
                          </a:solidFill>
                        </a:rPr>
                        <a:t>Aged 65 years and over</a:t>
                      </a:r>
                    </a:p>
                  </a:txBody>
                  <a:tcPr marL="165229" marR="165229" marT="82614" marB="82614">
                    <a:lnL>
                      <a:noFill/>
                    </a:lnL>
                    <a:lnR>
                      <a:noFill/>
                    </a:lnR>
                    <a:lnT w="3175">
                      <a:solidFill>
                        <a:schemeClr val="tx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3200" dirty="0">
                          <a:solidFill>
                            <a:schemeClr val="tx1"/>
                          </a:solidFill>
                        </a:rPr>
                        <a:t>199</a:t>
                      </a:r>
                    </a:p>
                  </a:txBody>
                  <a:tcPr marL="165229" marR="165229" marT="82614" marB="82614">
                    <a:lnL>
                      <a:noFill/>
                    </a:lnL>
                    <a:lnR>
                      <a:noFill/>
                    </a:lnR>
                    <a:lnT w="3175">
                      <a:solidFill>
                        <a:schemeClr val="tx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36080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612707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5008F5-454C-B77B-930D-56E9B076BE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34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Cross-tabulation of two/more  nominal variables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992F95C-489E-CE6E-0949-D9A1DB5B769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40919613"/>
              </p:ext>
            </p:extLst>
          </p:nvPr>
        </p:nvGraphicFramePr>
        <p:xfrm>
          <a:off x="4938687" y="654095"/>
          <a:ext cx="6666835" cy="4455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5802">
                  <a:extLst>
                    <a:ext uri="{9D8B030D-6E8A-4147-A177-3AD203B41FA5}">
                      <a16:colId xmlns:a16="http://schemas.microsoft.com/office/drawing/2014/main" val="25490700"/>
                    </a:ext>
                  </a:extLst>
                </a:gridCol>
                <a:gridCol w="1789862">
                  <a:extLst>
                    <a:ext uri="{9D8B030D-6E8A-4147-A177-3AD203B41FA5}">
                      <a16:colId xmlns:a16="http://schemas.microsoft.com/office/drawing/2014/main" val="4205705718"/>
                    </a:ext>
                  </a:extLst>
                </a:gridCol>
                <a:gridCol w="1380643">
                  <a:extLst>
                    <a:ext uri="{9D8B030D-6E8A-4147-A177-3AD203B41FA5}">
                      <a16:colId xmlns:a16="http://schemas.microsoft.com/office/drawing/2014/main" val="1891969675"/>
                    </a:ext>
                  </a:extLst>
                </a:gridCol>
                <a:gridCol w="1273891">
                  <a:extLst>
                    <a:ext uri="{9D8B030D-6E8A-4147-A177-3AD203B41FA5}">
                      <a16:colId xmlns:a16="http://schemas.microsoft.com/office/drawing/2014/main" val="2038937437"/>
                    </a:ext>
                  </a:extLst>
                </a:gridCol>
                <a:gridCol w="1136637">
                  <a:extLst>
                    <a:ext uri="{9D8B030D-6E8A-4147-A177-3AD203B41FA5}">
                      <a16:colId xmlns:a16="http://schemas.microsoft.com/office/drawing/2014/main" val="2720576763"/>
                    </a:ext>
                  </a:extLst>
                </a:gridCol>
              </a:tblGrid>
              <a:tr h="910192">
                <a:tc>
                  <a:txBody>
                    <a:bodyPr/>
                    <a:lstStyle/>
                    <a:p>
                      <a:pPr algn="l" rtl="0" fontAlgn="ctr"/>
                      <a:r>
                        <a:rPr lang="en-GB" sz="1900" b="1" u="none" strike="noStrike">
                          <a:solidFill>
                            <a:schemeClr val="tx1"/>
                          </a:solidFill>
                          <a:effectLst/>
                        </a:rPr>
                        <a:t>Religion</a:t>
                      </a:r>
                      <a:endParaRPr lang="en-GB" sz="1900" b="1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33" marR="5833" marT="583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chemeClr val="accent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GB" sz="19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Aged 15 years and under</a:t>
                      </a:r>
                      <a:endParaRPr lang="en-GB" sz="19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33" marR="5833" marT="583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chemeClr val="accent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GB" sz="1900" b="1" u="none" strike="noStrike">
                          <a:solidFill>
                            <a:schemeClr val="tx1"/>
                          </a:solidFill>
                          <a:effectLst/>
                        </a:rPr>
                        <a:t>Aged 16 to 64 years</a:t>
                      </a:r>
                      <a:endParaRPr lang="en-GB" sz="1900" b="1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33" marR="5833" marT="583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chemeClr val="accent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GB" sz="1900" b="1" u="none" strike="noStrike">
                          <a:solidFill>
                            <a:schemeClr val="tx1"/>
                          </a:solidFill>
                          <a:effectLst/>
                        </a:rPr>
                        <a:t>Aged 65 years and over</a:t>
                      </a:r>
                      <a:endParaRPr lang="en-GB" sz="1900" b="1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33" marR="5833" marT="583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chemeClr val="accent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GB" sz="1900" b="1" u="none" strike="noStrike">
                          <a:solidFill>
                            <a:schemeClr val="tx1"/>
                          </a:solidFill>
                          <a:effectLst/>
                        </a:rPr>
                        <a:t>Marginal Sum</a:t>
                      </a:r>
                      <a:endParaRPr lang="en-GB" sz="1900" b="1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33" marR="5833" marT="583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chemeClr val="accent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94262"/>
                  </a:ext>
                </a:extLst>
              </a:tr>
              <a:tr h="619802">
                <a:tc>
                  <a:txBody>
                    <a:bodyPr/>
                    <a:lstStyle/>
                    <a:p>
                      <a:pPr algn="l" rtl="0" fontAlgn="ctr"/>
                      <a:r>
                        <a:rPr lang="en-GB" sz="1900" u="none" strike="noStrike">
                          <a:solidFill>
                            <a:schemeClr val="tx1"/>
                          </a:solidFill>
                          <a:effectLst/>
                        </a:rPr>
                        <a:t>No religion</a:t>
                      </a:r>
                      <a:endParaRPr lang="en-GB" sz="19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33" marR="5833" marT="5833" marB="0"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chemeClr val="accent1"/>
                      </a:solidFill>
                    </a:lnT>
                    <a:lnB w="3175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900" u="none" strike="noStrike">
                          <a:solidFill>
                            <a:schemeClr val="tx1"/>
                          </a:solidFill>
                          <a:effectLst/>
                        </a:rPr>
                        <a:t>76</a:t>
                      </a:r>
                      <a:endParaRPr lang="en-GB" sz="19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33" marR="5833" marT="5833" marB="0" anchor="b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chemeClr val="accent1"/>
                      </a:solidFill>
                    </a:lnT>
                    <a:lnB w="3175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900" u="none" strike="noStrike">
                          <a:solidFill>
                            <a:schemeClr val="tx1"/>
                          </a:solidFill>
                          <a:effectLst/>
                        </a:rPr>
                        <a:t>107</a:t>
                      </a:r>
                      <a:endParaRPr lang="en-GB" sz="19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33" marR="5833" marT="5833" marB="0" anchor="b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chemeClr val="accent1"/>
                      </a:solidFill>
                    </a:lnT>
                    <a:lnB w="3175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900" u="none" strike="noStrike">
                          <a:solidFill>
                            <a:schemeClr val="tx1"/>
                          </a:solidFill>
                          <a:effectLst/>
                        </a:rPr>
                        <a:t>67</a:t>
                      </a:r>
                      <a:endParaRPr lang="en-GB" sz="19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33" marR="5833" marT="5833" marB="0" anchor="b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chemeClr val="accent1"/>
                      </a:solidFill>
                    </a:lnT>
                    <a:lnB w="3175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900" u="none" strike="noStrike">
                          <a:solidFill>
                            <a:schemeClr val="tx1"/>
                          </a:solidFill>
                          <a:effectLst/>
                        </a:rPr>
                        <a:t>250</a:t>
                      </a:r>
                      <a:endParaRPr lang="en-GB" sz="19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33" marR="5833" marT="5833" marB="0" anchor="b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chemeClr val="accent1"/>
                      </a:solidFill>
                    </a:lnT>
                    <a:lnB w="3175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1561628"/>
                  </a:ext>
                </a:extLst>
              </a:tr>
              <a:tr h="329412">
                <a:tc>
                  <a:txBody>
                    <a:bodyPr/>
                    <a:lstStyle/>
                    <a:p>
                      <a:pPr algn="l" rtl="0" fontAlgn="ctr"/>
                      <a:r>
                        <a:rPr lang="en-GB" sz="1900" u="none" strike="noStrike">
                          <a:solidFill>
                            <a:schemeClr val="tx1"/>
                          </a:solidFill>
                          <a:effectLst/>
                        </a:rPr>
                        <a:t>Christian</a:t>
                      </a:r>
                      <a:endParaRPr lang="en-GB" sz="19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33" marR="5833" marT="5833" marB="0" anchor="ctr">
                    <a:lnL>
                      <a:noFill/>
                    </a:lnL>
                    <a:lnR>
                      <a:noFill/>
                    </a:lnR>
                    <a:lnT w="3175">
                      <a:solidFill>
                        <a:schemeClr val="tx1"/>
                      </a:solidFill>
                    </a:lnT>
                    <a:lnB w="3175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900" u="none" strike="noStrike">
                          <a:solidFill>
                            <a:schemeClr val="tx1"/>
                          </a:solidFill>
                          <a:effectLst/>
                        </a:rPr>
                        <a:t>10</a:t>
                      </a:r>
                      <a:endParaRPr lang="en-GB" sz="19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33" marR="5833" marT="5833" marB="0" anchor="b">
                    <a:lnL>
                      <a:noFill/>
                    </a:lnL>
                    <a:lnR>
                      <a:noFill/>
                    </a:lnR>
                    <a:lnT w="3175">
                      <a:solidFill>
                        <a:schemeClr val="tx1"/>
                      </a:solidFill>
                    </a:lnT>
                    <a:lnB w="3175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900" u="none" strike="noStrike">
                          <a:solidFill>
                            <a:schemeClr val="tx1"/>
                          </a:solidFill>
                          <a:effectLst/>
                        </a:rPr>
                        <a:t>56</a:t>
                      </a:r>
                      <a:endParaRPr lang="en-GB" sz="19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33" marR="5833" marT="5833" marB="0" anchor="b">
                    <a:lnL>
                      <a:noFill/>
                    </a:lnL>
                    <a:lnR>
                      <a:noFill/>
                    </a:lnR>
                    <a:lnT w="3175">
                      <a:solidFill>
                        <a:schemeClr val="tx1"/>
                      </a:solidFill>
                    </a:lnT>
                    <a:lnB w="3175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900" u="none" strike="noStrike">
                          <a:solidFill>
                            <a:schemeClr val="tx1"/>
                          </a:solidFill>
                          <a:effectLst/>
                        </a:rPr>
                        <a:t>75</a:t>
                      </a:r>
                      <a:endParaRPr lang="en-GB" sz="19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33" marR="5833" marT="5833" marB="0" anchor="b">
                    <a:lnL>
                      <a:noFill/>
                    </a:lnL>
                    <a:lnR>
                      <a:noFill/>
                    </a:lnR>
                    <a:lnT w="3175">
                      <a:solidFill>
                        <a:schemeClr val="tx1"/>
                      </a:solidFill>
                    </a:lnT>
                    <a:lnB w="3175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900" u="none" strike="noStrike">
                          <a:solidFill>
                            <a:schemeClr val="tx1"/>
                          </a:solidFill>
                          <a:effectLst/>
                        </a:rPr>
                        <a:t>141</a:t>
                      </a:r>
                      <a:endParaRPr lang="en-GB" sz="19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33" marR="5833" marT="5833" marB="0" anchor="b">
                    <a:lnL>
                      <a:noFill/>
                    </a:lnL>
                    <a:lnR>
                      <a:noFill/>
                    </a:lnR>
                    <a:lnT w="3175">
                      <a:solidFill>
                        <a:schemeClr val="tx1"/>
                      </a:solidFill>
                    </a:lnT>
                    <a:lnB w="3175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4683483"/>
                  </a:ext>
                </a:extLst>
              </a:tr>
              <a:tr h="329412">
                <a:tc>
                  <a:txBody>
                    <a:bodyPr/>
                    <a:lstStyle/>
                    <a:p>
                      <a:pPr algn="l" rtl="0" fontAlgn="ctr"/>
                      <a:r>
                        <a:rPr lang="en-GB" sz="1900" u="none" strike="noStrike">
                          <a:solidFill>
                            <a:schemeClr val="tx1"/>
                          </a:solidFill>
                          <a:effectLst/>
                        </a:rPr>
                        <a:t>Buddhist</a:t>
                      </a:r>
                      <a:endParaRPr lang="en-GB" sz="19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33" marR="5833" marT="5833" marB="0" anchor="ctr">
                    <a:lnL>
                      <a:noFill/>
                    </a:lnL>
                    <a:lnR>
                      <a:noFill/>
                    </a:lnR>
                    <a:lnT w="3175">
                      <a:solidFill>
                        <a:schemeClr val="tx1"/>
                      </a:solidFill>
                    </a:lnT>
                    <a:lnB w="3175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900" u="none" strike="noStrike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GB" sz="19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33" marR="5833" marT="5833" marB="0" anchor="b">
                    <a:lnL>
                      <a:noFill/>
                    </a:lnL>
                    <a:lnR>
                      <a:noFill/>
                    </a:lnR>
                    <a:lnT w="3175">
                      <a:solidFill>
                        <a:schemeClr val="tx1"/>
                      </a:solidFill>
                    </a:lnT>
                    <a:lnB w="3175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900" u="none" strike="noStrike">
                          <a:solidFill>
                            <a:schemeClr val="tx1"/>
                          </a:solidFill>
                          <a:effectLst/>
                        </a:rPr>
                        <a:t>4</a:t>
                      </a:r>
                      <a:endParaRPr lang="en-GB" sz="19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33" marR="5833" marT="5833" marB="0" anchor="b">
                    <a:lnL>
                      <a:noFill/>
                    </a:lnL>
                    <a:lnR>
                      <a:noFill/>
                    </a:lnR>
                    <a:lnT w="3175">
                      <a:solidFill>
                        <a:schemeClr val="tx1"/>
                      </a:solidFill>
                    </a:lnT>
                    <a:lnB w="3175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900" u="none" strike="noStrike">
                          <a:solidFill>
                            <a:schemeClr val="tx1"/>
                          </a:solidFill>
                          <a:effectLst/>
                        </a:rPr>
                        <a:t>15</a:t>
                      </a:r>
                      <a:endParaRPr lang="en-GB" sz="19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33" marR="5833" marT="5833" marB="0" anchor="b">
                    <a:lnL>
                      <a:noFill/>
                    </a:lnL>
                    <a:lnR>
                      <a:noFill/>
                    </a:lnR>
                    <a:lnT w="3175">
                      <a:solidFill>
                        <a:schemeClr val="tx1"/>
                      </a:solidFill>
                    </a:lnT>
                    <a:lnB w="3175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900" u="none" strike="noStrike">
                          <a:solidFill>
                            <a:schemeClr val="tx1"/>
                          </a:solidFill>
                          <a:effectLst/>
                        </a:rPr>
                        <a:t>19</a:t>
                      </a:r>
                      <a:endParaRPr lang="en-GB" sz="19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33" marR="5833" marT="5833" marB="0" anchor="b">
                    <a:lnL>
                      <a:noFill/>
                    </a:lnL>
                    <a:lnR>
                      <a:noFill/>
                    </a:lnR>
                    <a:lnT w="3175">
                      <a:solidFill>
                        <a:schemeClr val="tx1"/>
                      </a:solidFill>
                    </a:lnT>
                    <a:lnB w="3175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5117678"/>
                  </a:ext>
                </a:extLst>
              </a:tr>
              <a:tr h="329412">
                <a:tc>
                  <a:txBody>
                    <a:bodyPr/>
                    <a:lstStyle/>
                    <a:p>
                      <a:pPr algn="l" rtl="0" fontAlgn="ctr"/>
                      <a:r>
                        <a:rPr lang="en-GB" sz="1900" u="none" strike="noStrike">
                          <a:solidFill>
                            <a:schemeClr val="tx1"/>
                          </a:solidFill>
                          <a:effectLst/>
                        </a:rPr>
                        <a:t>Hindu</a:t>
                      </a:r>
                      <a:endParaRPr lang="en-GB" sz="19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33" marR="5833" marT="5833" marB="0" anchor="ctr">
                    <a:lnL>
                      <a:noFill/>
                    </a:lnL>
                    <a:lnR>
                      <a:noFill/>
                    </a:lnR>
                    <a:lnT w="3175">
                      <a:solidFill>
                        <a:schemeClr val="tx1"/>
                      </a:solidFill>
                    </a:lnT>
                    <a:lnB w="3175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900" u="none" strike="noStrike">
                          <a:solidFill>
                            <a:schemeClr val="tx1"/>
                          </a:solidFill>
                          <a:effectLst/>
                        </a:rPr>
                        <a:t>5</a:t>
                      </a:r>
                      <a:endParaRPr lang="en-GB" sz="19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33" marR="5833" marT="5833" marB="0" anchor="b">
                    <a:lnL>
                      <a:noFill/>
                    </a:lnL>
                    <a:lnR>
                      <a:noFill/>
                    </a:lnR>
                    <a:lnT w="3175">
                      <a:solidFill>
                        <a:schemeClr val="tx1"/>
                      </a:solidFill>
                    </a:lnT>
                    <a:lnB w="3175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900" u="none" strike="noStrike">
                          <a:solidFill>
                            <a:schemeClr val="tx1"/>
                          </a:solidFill>
                          <a:effectLst/>
                        </a:rPr>
                        <a:t>10</a:t>
                      </a:r>
                      <a:endParaRPr lang="en-GB" sz="19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33" marR="5833" marT="5833" marB="0" anchor="b">
                    <a:lnL>
                      <a:noFill/>
                    </a:lnL>
                    <a:lnR>
                      <a:noFill/>
                    </a:lnR>
                    <a:lnT w="3175">
                      <a:solidFill>
                        <a:schemeClr val="tx1"/>
                      </a:solidFill>
                    </a:lnT>
                    <a:lnB w="3175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900" u="none" strike="noStrike">
                          <a:solidFill>
                            <a:schemeClr val="tx1"/>
                          </a:solidFill>
                          <a:effectLst/>
                        </a:rPr>
                        <a:t>11</a:t>
                      </a:r>
                      <a:endParaRPr lang="en-GB" sz="19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33" marR="5833" marT="5833" marB="0" anchor="b">
                    <a:lnL>
                      <a:noFill/>
                    </a:lnL>
                    <a:lnR>
                      <a:noFill/>
                    </a:lnR>
                    <a:lnT w="3175">
                      <a:solidFill>
                        <a:schemeClr val="tx1"/>
                      </a:solidFill>
                    </a:lnT>
                    <a:lnB w="3175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900" u="none" strike="noStrike">
                          <a:solidFill>
                            <a:schemeClr val="tx1"/>
                          </a:solidFill>
                          <a:effectLst/>
                        </a:rPr>
                        <a:t>26</a:t>
                      </a:r>
                      <a:endParaRPr lang="en-GB" sz="19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33" marR="5833" marT="5833" marB="0" anchor="b">
                    <a:lnL>
                      <a:noFill/>
                    </a:lnL>
                    <a:lnR>
                      <a:noFill/>
                    </a:lnR>
                    <a:lnT w="3175">
                      <a:solidFill>
                        <a:schemeClr val="tx1"/>
                      </a:solidFill>
                    </a:lnT>
                    <a:lnB w="3175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4533037"/>
                  </a:ext>
                </a:extLst>
              </a:tr>
              <a:tr h="329412">
                <a:tc>
                  <a:txBody>
                    <a:bodyPr/>
                    <a:lstStyle/>
                    <a:p>
                      <a:pPr algn="l" rtl="0" fontAlgn="ctr"/>
                      <a:r>
                        <a:rPr lang="en-GB" sz="1900" u="none" strike="noStrike">
                          <a:solidFill>
                            <a:schemeClr val="tx1"/>
                          </a:solidFill>
                          <a:effectLst/>
                        </a:rPr>
                        <a:t>Jewish</a:t>
                      </a:r>
                      <a:endParaRPr lang="en-GB" sz="19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33" marR="5833" marT="5833" marB="0" anchor="ctr">
                    <a:lnL>
                      <a:noFill/>
                    </a:lnL>
                    <a:lnR>
                      <a:noFill/>
                    </a:lnR>
                    <a:lnT w="3175">
                      <a:solidFill>
                        <a:schemeClr val="tx1"/>
                      </a:solidFill>
                    </a:lnT>
                    <a:lnB w="3175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900" u="none" strike="noStrike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GB" sz="19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33" marR="5833" marT="5833" marB="0" anchor="b">
                    <a:lnL>
                      <a:noFill/>
                    </a:lnL>
                    <a:lnR>
                      <a:noFill/>
                    </a:lnR>
                    <a:lnT w="3175">
                      <a:solidFill>
                        <a:schemeClr val="tx1"/>
                      </a:solidFill>
                    </a:lnT>
                    <a:lnB w="3175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900" u="none" strike="noStrike">
                          <a:solidFill>
                            <a:schemeClr val="tx1"/>
                          </a:solidFill>
                          <a:effectLst/>
                        </a:rPr>
                        <a:t>4</a:t>
                      </a:r>
                      <a:endParaRPr lang="en-GB" sz="19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33" marR="5833" marT="5833" marB="0" anchor="b">
                    <a:lnL>
                      <a:noFill/>
                    </a:lnL>
                    <a:lnR>
                      <a:noFill/>
                    </a:lnR>
                    <a:lnT w="3175">
                      <a:solidFill>
                        <a:schemeClr val="tx1"/>
                      </a:solidFill>
                    </a:lnT>
                    <a:lnB w="3175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900" u="none" strike="noStrike">
                          <a:solidFill>
                            <a:schemeClr val="tx1"/>
                          </a:solidFill>
                          <a:effectLst/>
                        </a:rPr>
                        <a:t>6</a:t>
                      </a:r>
                      <a:endParaRPr lang="en-GB" sz="19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33" marR="5833" marT="5833" marB="0" anchor="b">
                    <a:lnL>
                      <a:noFill/>
                    </a:lnL>
                    <a:lnR>
                      <a:noFill/>
                    </a:lnR>
                    <a:lnT w="3175">
                      <a:solidFill>
                        <a:schemeClr val="tx1"/>
                      </a:solidFill>
                    </a:lnT>
                    <a:lnB w="3175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900" u="none" strike="noStrike">
                          <a:solidFill>
                            <a:schemeClr val="tx1"/>
                          </a:solidFill>
                          <a:effectLst/>
                        </a:rPr>
                        <a:t>11</a:t>
                      </a:r>
                      <a:endParaRPr lang="en-GB" sz="19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33" marR="5833" marT="5833" marB="0" anchor="b">
                    <a:lnL>
                      <a:noFill/>
                    </a:lnL>
                    <a:lnR>
                      <a:noFill/>
                    </a:lnR>
                    <a:lnT w="3175">
                      <a:solidFill>
                        <a:schemeClr val="tx1"/>
                      </a:solidFill>
                    </a:lnT>
                    <a:lnB w="3175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9465297"/>
                  </a:ext>
                </a:extLst>
              </a:tr>
              <a:tr h="329412">
                <a:tc>
                  <a:txBody>
                    <a:bodyPr/>
                    <a:lstStyle/>
                    <a:p>
                      <a:pPr algn="l" rtl="0" fontAlgn="ctr"/>
                      <a:r>
                        <a:rPr lang="en-GB" sz="1900" u="none" strike="noStrike">
                          <a:solidFill>
                            <a:schemeClr val="tx1"/>
                          </a:solidFill>
                          <a:effectLst/>
                        </a:rPr>
                        <a:t>Muslim</a:t>
                      </a:r>
                      <a:endParaRPr lang="en-GB" sz="19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33" marR="5833" marT="5833" marB="0" anchor="ctr">
                    <a:lnL>
                      <a:noFill/>
                    </a:lnL>
                    <a:lnR>
                      <a:noFill/>
                    </a:lnR>
                    <a:lnT w="3175">
                      <a:solidFill>
                        <a:schemeClr val="tx1"/>
                      </a:solidFill>
                    </a:lnT>
                    <a:lnB w="3175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900" u="none" strike="noStrike">
                          <a:solidFill>
                            <a:schemeClr val="tx1"/>
                          </a:solidFill>
                          <a:effectLst/>
                        </a:rPr>
                        <a:t>11</a:t>
                      </a:r>
                      <a:endParaRPr lang="en-GB" sz="19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33" marR="5833" marT="5833" marB="0" anchor="b">
                    <a:lnL>
                      <a:noFill/>
                    </a:lnL>
                    <a:lnR>
                      <a:noFill/>
                    </a:lnR>
                    <a:lnT w="3175">
                      <a:solidFill>
                        <a:schemeClr val="tx1"/>
                      </a:solidFill>
                    </a:lnT>
                    <a:lnB w="3175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900" u="none" strike="noStrike">
                          <a:solidFill>
                            <a:schemeClr val="tx1"/>
                          </a:solidFill>
                          <a:effectLst/>
                        </a:rPr>
                        <a:t>20</a:t>
                      </a:r>
                      <a:endParaRPr lang="en-GB" sz="19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33" marR="5833" marT="5833" marB="0" anchor="b">
                    <a:lnL>
                      <a:noFill/>
                    </a:lnL>
                    <a:lnR>
                      <a:noFill/>
                    </a:lnR>
                    <a:lnT w="3175">
                      <a:solidFill>
                        <a:schemeClr val="tx1"/>
                      </a:solidFill>
                    </a:lnT>
                    <a:lnB w="3175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900" u="none" strike="noStrike">
                          <a:solidFill>
                            <a:schemeClr val="tx1"/>
                          </a:solidFill>
                          <a:effectLst/>
                        </a:rPr>
                        <a:t>18</a:t>
                      </a:r>
                      <a:endParaRPr lang="en-GB" sz="19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33" marR="5833" marT="5833" marB="0" anchor="b">
                    <a:lnL>
                      <a:noFill/>
                    </a:lnL>
                    <a:lnR>
                      <a:noFill/>
                    </a:lnR>
                    <a:lnT w="3175">
                      <a:solidFill>
                        <a:schemeClr val="tx1"/>
                      </a:solidFill>
                    </a:lnT>
                    <a:lnB w="3175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900" u="none" strike="noStrike">
                          <a:solidFill>
                            <a:schemeClr val="tx1"/>
                          </a:solidFill>
                          <a:effectLst/>
                        </a:rPr>
                        <a:t>49</a:t>
                      </a:r>
                      <a:endParaRPr lang="en-GB" sz="19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33" marR="5833" marT="5833" marB="0" anchor="b">
                    <a:lnL>
                      <a:noFill/>
                    </a:lnL>
                    <a:lnR>
                      <a:noFill/>
                    </a:lnR>
                    <a:lnT w="3175">
                      <a:solidFill>
                        <a:schemeClr val="tx1"/>
                      </a:solidFill>
                    </a:lnT>
                    <a:lnB w="3175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3676859"/>
                  </a:ext>
                </a:extLst>
              </a:tr>
              <a:tr h="329412">
                <a:tc>
                  <a:txBody>
                    <a:bodyPr/>
                    <a:lstStyle/>
                    <a:p>
                      <a:pPr algn="l" rtl="0" fontAlgn="ctr"/>
                      <a:r>
                        <a:rPr lang="en-GB" sz="1900" u="none" strike="noStrike">
                          <a:solidFill>
                            <a:schemeClr val="tx1"/>
                          </a:solidFill>
                          <a:effectLst/>
                        </a:rPr>
                        <a:t>Sikh</a:t>
                      </a:r>
                      <a:endParaRPr lang="en-GB" sz="19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33" marR="5833" marT="5833" marB="0" anchor="ctr">
                    <a:lnL>
                      <a:noFill/>
                    </a:lnL>
                    <a:lnR>
                      <a:noFill/>
                    </a:lnR>
                    <a:lnT w="3175">
                      <a:solidFill>
                        <a:schemeClr val="tx1"/>
                      </a:solidFill>
                    </a:lnT>
                    <a:lnB w="3175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900" u="none" strike="noStrike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GB" sz="19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33" marR="5833" marT="5833" marB="0" anchor="b">
                    <a:lnL>
                      <a:noFill/>
                    </a:lnL>
                    <a:lnR>
                      <a:noFill/>
                    </a:lnR>
                    <a:lnT w="3175">
                      <a:solidFill>
                        <a:schemeClr val="tx1"/>
                      </a:solidFill>
                    </a:lnT>
                    <a:lnB w="3175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900" u="none" strike="noStrike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GB" sz="19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33" marR="5833" marT="5833" marB="0" anchor="b">
                    <a:lnL>
                      <a:noFill/>
                    </a:lnL>
                    <a:lnR>
                      <a:noFill/>
                    </a:lnR>
                    <a:lnT w="3175">
                      <a:solidFill>
                        <a:schemeClr val="tx1"/>
                      </a:solidFill>
                    </a:lnT>
                    <a:lnB w="3175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900" u="none" strike="noStrike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en-GB" sz="19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33" marR="5833" marT="5833" marB="0" anchor="b">
                    <a:lnL>
                      <a:noFill/>
                    </a:lnL>
                    <a:lnR>
                      <a:noFill/>
                    </a:lnR>
                    <a:lnT w="3175">
                      <a:solidFill>
                        <a:schemeClr val="tx1"/>
                      </a:solidFill>
                    </a:lnT>
                    <a:lnB w="3175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900" u="none" strike="noStrike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  <a:endParaRPr lang="en-GB" sz="19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33" marR="5833" marT="5833" marB="0" anchor="b">
                    <a:lnL>
                      <a:noFill/>
                    </a:lnL>
                    <a:lnR>
                      <a:noFill/>
                    </a:lnR>
                    <a:lnT w="3175">
                      <a:solidFill>
                        <a:schemeClr val="tx1"/>
                      </a:solidFill>
                    </a:lnT>
                    <a:lnB w="3175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4215345"/>
                  </a:ext>
                </a:extLst>
              </a:tr>
              <a:tr h="329412">
                <a:tc>
                  <a:txBody>
                    <a:bodyPr/>
                    <a:lstStyle/>
                    <a:p>
                      <a:pPr algn="l" rtl="0" fontAlgn="ctr"/>
                      <a:r>
                        <a:rPr lang="en-GB" sz="1900" u="none" strike="noStrike">
                          <a:solidFill>
                            <a:schemeClr val="tx1"/>
                          </a:solidFill>
                          <a:effectLst/>
                        </a:rPr>
                        <a:t>Others</a:t>
                      </a:r>
                      <a:endParaRPr lang="en-GB" sz="19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33" marR="5833" marT="5833" marB="0" anchor="ctr">
                    <a:lnL>
                      <a:noFill/>
                    </a:lnL>
                    <a:lnR>
                      <a:noFill/>
                    </a:lnR>
                    <a:lnT w="3175">
                      <a:solidFill>
                        <a:schemeClr val="tx1"/>
                      </a:solidFill>
                    </a:lnT>
                    <a:lnB w="3175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900" u="none" strike="noStrike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GB" sz="19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33" marR="5833" marT="5833" marB="0" anchor="b">
                    <a:lnL>
                      <a:noFill/>
                    </a:lnL>
                    <a:lnR>
                      <a:noFill/>
                    </a:lnR>
                    <a:lnT w="3175">
                      <a:solidFill>
                        <a:schemeClr val="tx1"/>
                      </a:solidFill>
                    </a:lnT>
                    <a:lnB w="3175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900" u="none" strike="noStrike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en-GB" sz="19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33" marR="5833" marT="5833" marB="0" anchor="b">
                    <a:lnL>
                      <a:noFill/>
                    </a:lnL>
                    <a:lnR>
                      <a:noFill/>
                    </a:lnR>
                    <a:lnT w="3175">
                      <a:solidFill>
                        <a:schemeClr val="tx1"/>
                      </a:solidFill>
                    </a:lnT>
                    <a:lnB w="3175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900" u="none" strike="noStrike">
                          <a:solidFill>
                            <a:schemeClr val="tx1"/>
                          </a:solidFill>
                          <a:effectLst/>
                        </a:rPr>
                        <a:t>5</a:t>
                      </a:r>
                      <a:endParaRPr lang="en-GB" sz="19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33" marR="5833" marT="5833" marB="0" anchor="b">
                    <a:lnL>
                      <a:noFill/>
                    </a:lnL>
                    <a:lnR>
                      <a:noFill/>
                    </a:lnR>
                    <a:lnT w="3175">
                      <a:solidFill>
                        <a:schemeClr val="tx1"/>
                      </a:solidFill>
                    </a:lnT>
                    <a:lnB w="3175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900" u="none" strike="noStrike">
                          <a:solidFill>
                            <a:schemeClr val="tx1"/>
                          </a:solidFill>
                          <a:effectLst/>
                        </a:rPr>
                        <a:t>7</a:t>
                      </a:r>
                      <a:endParaRPr lang="en-GB" sz="19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33" marR="5833" marT="5833" marB="0" anchor="b">
                    <a:lnL>
                      <a:noFill/>
                    </a:lnL>
                    <a:lnR>
                      <a:noFill/>
                    </a:lnR>
                    <a:lnT w="3175">
                      <a:solidFill>
                        <a:schemeClr val="tx1"/>
                      </a:solidFill>
                    </a:lnT>
                    <a:lnB w="3175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8063200"/>
                  </a:ext>
                </a:extLst>
              </a:tr>
              <a:tr h="619802">
                <a:tc>
                  <a:txBody>
                    <a:bodyPr/>
                    <a:lstStyle/>
                    <a:p>
                      <a:pPr algn="l" rtl="0" fontAlgn="ctr"/>
                      <a:r>
                        <a:rPr lang="en-GB" sz="1900" u="none" strike="noStrike">
                          <a:solidFill>
                            <a:schemeClr val="tx1"/>
                          </a:solidFill>
                          <a:effectLst/>
                        </a:rPr>
                        <a:t>Marginal Sum</a:t>
                      </a:r>
                      <a:endParaRPr lang="en-GB" sz="19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33" marR="5833" marT="5833" marB="0" anchor="ctr">
                    <a:lnL>
                      <a:noFill/>
                    </a:lnL>
                    <a:lnR>
                      <a:noFill/>
                    </a:lnR>
                    <a:lnT w="3175">
                      <a:solidFill>
                        <a:schemeClr val="tx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900" u="none" strike="noStrike">
                          <a:solidFill>
                            <a:schemeClr val="tx1"/>
                          </a:solidFill>
                          <a:effectLst/>
                        </a:rPr>
                        <a:t>103</a:t>
                      </a:r>
                      <a:endParaRPr lang="en-GB" sz="19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33" marR="5833" marT="5833" marB="0" anchor="b">
                    <a:lnL>
                      <a:noFill/>
                    </a:lnL>
                    <a:lnR>
                      <a:noFill/>
                    </a:lnR>
                    <a:lnT w="3175">
                      <a:solidFill>
                        <a:schemeClr val="tx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900" u="none" strike="noStrike">
                          <a:solidFill>
                            <a:schemeClr val="tx1"/>
                          </a:solidFill>
                          <a:effectLst/>
                        </a:rPr>
                        <a:t>204</a:t>
                      </a:r>
                      <a:endParaRPr lang="en-GB" sz="19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33" marR="5833" marT="5833" marB="0" anchor="b">
                    <a:lnL>
                      <a:noFill/>
                    </a:lnL>
                    <a:lnR>
                      <a:noFill/>
                    </a:lnR>
                    <a:lnT w="3175">
                      <a:solidFill>
                        <a:schemeClr val="tx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900" u="none" strike="noStrike">
                          <a:solidFill>
                            <a:schemeClr val="tx1"/>
                          </a:solidFill>
                          <a:effectLst/>
                        </a:rPr>
                        <a:t>199</a:t>
                      </a:r>
                      <a:endParaRPr lang="en-GB" sz="19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33" marR="5833" marT="5833" marB="0" anchor="b">
                    <a:lnL>
                      <a:noFill/>
                    </a:lnL>
                    <a:lnR>
                      <a:noFill/>
                    </a:lnR>
                    <a:lnT w="3175">
                      <a:solidFill>
                        <a:schemeClr val="tx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900" u="none" strike="noStrike" dirty="0">
                          <a:solidFill>
                            <a:schemeClr val="tx1"/>
                          </a:solidFill>
                          <a:effectLst/>
                        </a:rPr>
                        <a:t>506</a:t>
                      </a:r>
                      <a:endParaRPr lang="en-GB" sz="19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33" marR="5833" marT="5833" marB="0" anchor="b">
                    <a:lnL>
                      <a:noFill/>
                    </a:lnL>
                    <a:lnR>
                      <a:noFill/>
                    </a:lnR>
                    <a:lnT w="3175">
                      <a:solidFill>
                        <a:schemeClr val="tx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4687654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9E71587F-5781-9A61-5CEA-F4FF490F70E3}"/>
              </a:ext>
            </a:extLst>
          </p:cNvPr>
          <p:cNvSpPr txBox="1"/>
          <p:nvPr/>
        </p:nvSpPr>
        <p:spPr>
          <a:xfrm>
            <a:off x="4895131" y="5429889"/>
            <a:ext cx="616585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000000"/>
                </a:solidFill>
                <a:latin typeface="Calibri" panose="020F0502020204030204" pitchFamily="34" charset="0"/>
              </a:rPr>
              <a:t>C</a:t>
            </a:r>
            <a:r>
              <a:rPr lang="en-GB" sz="24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hi-square (</a:t>
            </a:r>
            <a:r>
              <a:rPr lang="en-GB" sz="2400" b="0" i="1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χ</a:t>
            </a:r>
            <a:r>
              <a:rPr lang="en-GB" sz="24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2) test for independence to examine if a relationship exists between two or more categorical variables  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5042207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DB31F2-026A-8B5A-036A-E53BB9125D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GB" sz="4000" dirty="0">
                <a:solidFill>
                  <a:schemeClr val="bg1"/>
                </a:solidFill>
              </a:rPr>
              <a:t>Ordinal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C995CD-E744-01FF-3C3E-B10F90EFE9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0215" y="-844103"/>
            <a:ext cx="8494286" cy="3683358"/>
          </a:xfrm>
        </p:spPr>
        <p:txBody>
          <a:bodyPr anchor="ctr">
            <a:norm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There is a meaningful order/ranking</a:t>
            </a:r>
          </a:p>
          <a:p>
            <a:r>
              <a:rPr lang="en-GB" dirty="0">
                <a:solidFill>
                  <a:schemeClr val="bg1"/>
                </a:solidFill>
              </a:rPr>
              <a:t>But the differences between the ordered categories are not quantifiable/known/equal. </a:t>
            </a:r>
          </a:p>
          <a:p>
            <a:endParaRPr lang="en-GB" sz="2000" dirty="0">
              <a:solidFill>
                <a:schemeClr val="bg1"/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82C5009-F449-6F23-6A0C-BC26531900FC}"/>
              </a:ext>
            </a:extLst>
          </p:cNvPr>
          <p:cNvSpPr txBox="1">
            <a:spLocks/>
          </p:cNvSpPr>
          <p:nvPr/>
        </p:nvSpPr>
        <p:spPr>
          <a:xfrm>
            <a:off x="627640" y="1954985"/>
            <a:ext cx="3487159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b="1" i="0" dirty="0">
                <a:solidFill>
                  <a:srgbClr val="1F1F1F"/>
                </a:solidFill>
                <a:effectLst/>
                <a:latin typeface="Source Sans Pro" panose="020B0503030403020204" pitchFamily="34" charset="0"/>
              </a:rPr>
              <a:t>Severity of a disease </a:t>
            </a:r>
          </a:p>
          <a:p>
            <a:r>
              <a:rPr lang="en-GB" dirty="0"/>
              <a:t>Mild</a:t>
            </a:r>
          </a:p>
          <a:p>
            <a:r>
              <a:rPr lang="en-GB" dirty="0"/>
              <a:t>Moderate</a:t>
            </a:r>
          </a:p>
          <a:p>
            <a:r>
              <a:rPr lang="en-GB" dirty="0"/>
              <a:t>Severe</a:t>
            </a:r>
          </a:p>
          <a:p>
            <a:endParaRPr lang="en-GB" dirty="0"/>
          </a:p>
          <a:p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0ACFCA-DC6C-3A25-63AE-172382C0BFDA}"/>
              </a:ext>
            </a:extLst>
          </p:cNvPr>
          <p:cNvSpPr txBox="1"/>
          <p:nvPr/>
        </p:nvSpPr>
        <p:spPr>
          <a:xfrm>
            <a:off x="4577341" y="1818143"/>
            <a:ext cx="3077076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dirty="0"/>
              <a:t>How is your proficiency in reading Language X</a:t>
            </a:r>
          </a:p>
          <a:p>
            <a:endParaRPr lang="en-GB" sz="2800" b="1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800" dirty="0"/>
              <a:t>1 = Poor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800" dirty="0"/>
              <a:t>2 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800" dirty="0"/>
              <a:t>3 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800" dirty="0"/>
              <a:t>4 = Average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800" dirty="0"/>
              <a:t>5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800" dirty="0"/>
              <a:t>6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800" dirty="0"/>
              <a:t>7 = Very good</a:t>
            </a:r>
          </a:p>
          <a:p>
            <a:endParaRPr lang="en-GB" sz="2800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21B4C735-5CB2-A586-1668-FE058580C3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72982" y="1818143"/>
            <a:ext cx="3594100" cy="419290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4436" tIns="0" rIns="0" bIns="12696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800" b="1" dirty="0"/>
              <a:t>How often do you seek assistance from customer support?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800" b="1" dirty="0"/>
          </a:p>
          <a:p>
            <a:pPr marL="228600" marR="0" lvl="0" indent="-228600"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800" dirty="0"/>
              <a:t>Very frequently</a:t>
            </a:r>
          </a:p>
          <a:p>
            <a:pPr marL="228600" marR="0" lvl="0" indent="-228600"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800" dirty="0"/>
              <a:t>Occasionally</a:t>
            </a:r>
          </a:p>
          <a:p>
            <a:pPr marL="228600" marR="0" lvl="0" indent="-228600"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800" dirty="0"/>
              <a:t>Rarely</a:t>
            </a:r>
          </a:p>
          <a:p>
            <a:pPr marL="228600" marR="0" lvl="0" indent="-228600"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800" dirty="0"/>
              <a:t>Never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86E533F-C5F6-4F7A-71F6-19D86754AB34}"/>
              </a:ext>
            </a:extLst>
          </p:cNvPr>
          <p:cNvCxnSpPr/>
          <p:nvPr/>
        </p:nvCxnSpPr>
        <p:spPr>
          <a:xfrm>
            <a:off x="4114799" y="1818143"/>
            <a:ext cx="0" cy="47096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BD05F0D-29D0-A61D-3747-7D653D37C7B0}"/>
              </a:ext>
            </a:extLst>
          </p:cNvPr>
          <p:cNvCxnSpPr/>
          <p:nvPr/>
        </p:nvCxnSpPr>
        <p:spPr>
          <a:xfrm>
            <a:off x="8013699" y="1818143"/>
            <a:ext cx="0" cy="47096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55922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DB31F2-026A-8B5A-036A-E53BB9125D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GB" sz="4000" dirty="0">
                <a:solidFill>
                  <a:schemeClr val="bg1"/>
                </a:solidFill>
              </a:rPr>
              <a:t>Ordinal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C995CD-E744-01FF-3C3E-B10F90EFE9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0215" y="-844103"/>
            <a:ext cx="8494286" cy="3683358"/>
          </a:xfrm>
        </p:spPr>
        <p:txBody>
          <a:bodyPr anchor="ctr">
            <a:norm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Depending on data distribution, you might regroup/categorise the data into nominal</a:t>
            </a:r>
          </a:p>
          <a:p>
            <a:endParaRPr lang="en-GB" sz="2000" dirty="0">
              <a:solidFill>
                <a:schemeClr val="bg1"/>
              </a:solidFill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BFDEDB3-09FE-DFF4-B61B-9F759723C8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1404640"/>
              </p:ext>
            </p:extLst>
          </p:nvPr>
        </p:nvGraphicFramePr>
        <p:xfrm>
          <a:off x="6712857" y="1717062"/>
          <a:ext cx="4967514" cy="2494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83757">
                  <a:extLst>
                    <a:ext uri="{9D8B030D-6E8A-4147-A177-3AD203B41FA5}">
                      <a16:colId xmlns:a16="http://schemas.microsoft.com/office/drawing/2014/main" val="2224161128"/>
                    </a:ext>
                  </a:extLst>
                </a:gridCol>
                <a:gridCol w="2483757">
                  <a:extLst>
                    <a:ext uri="{9D8B030D-6E8A-4147-A177-3AD203B41FA5}">
                      <a16:colId xmlns:a16="http://schemas.microsoft.com/office/drawing/2014/main" val="3533061067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r>
                        <a:rPr lang="en-GB" sz="1800" dirty="0"/>
                        <a:t>I get upset when my Target Language is spoken too fast.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14650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800" dirty="0"/>
                        <a:t>Strongly Disagree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dirty="0"/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52358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800" dirty="0"/>
                        <a:t>Disagree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dirty="0"/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8322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800" dirty="0"/>
                        <a:t>Neutral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dirty="0"/>
                        <a:t>19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66866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800" dirty="0"/>
                        <a:t>Agree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00413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800" dirty="0"/>
                        <a:t>Strongly Agree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dirty="0"/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2036124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0C5CBBB5-6D7D-9F54-4A36-B0F3F902E6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3298950"/>
              </p:ext>
            </p:extLst>
          </p:nvPr>
        </p:nvGraphicFramePr>
        <p:xfrm>
          <a:off x="6739346" y="4906390"/>
          <a:ext cx="4941025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57268">
                  <a:extLst>
                    <a:ext uri="{9D8B030D-6E8A-4147-A177-3AD203B41FA5}">
                      <a16:colId xmlns:a16="http://schemas.microsoft.com/office/drawing/2014/main" val="2224161128"/>
                    </a:ext>
                  </a:extLst>
                </a:gridCol>
                <a:gridCol w="2483757">
                  <a:extLst>
                    <a:ext uri="{9D8B030D-6E8A-4147-A177-3AD203B41FA5}">
                      <a16:colId xmlns:a16="http://schemas.microsoft.com/office/drawing/2014/main" val="3533061067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r>
                        <a:rPr lang="en-GB" dirty="0"/>
                        <a:t>I get upset when my Target Language is spoken too fast.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14650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Disagree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52358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Neutral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66866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Agree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0041331"/>
                  </a:ext>
                </a:extLst>
              </a:tr>
            </a:tbl>
          </a:graphicData>
        </a:graphic>
      </p:graphicFrame>
      <p:sp>
        <p:nvSpPr>
          <p:cNvPr id="6" name="Arrow: Down 5">
            <a:extLst>
              <a:ext uri="{FF2B5EF4-FFF2-40B4-BE49-F238E27FC236}">
                <a16:creationId xmlns:a16="http://schemas.microsoft.com/office/drawing/2014/main" id="{7991ED85-35D0-CC23-6F77-1FBD5FA527E9}"/>
              </a:ext>
            </a:extLst>
          </p:cNvPr>
          <p:cNvSpPr/>
          <p:nvPr/>
        </p:nvSpPr>
        <p:spPr>
          <a:xfrm>
            <a:off x="8802044" y="4345316"/>
            <a:ext cx="789139" cy="44144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2B2DAEE-B24F-1F23-8C8A-09D6BCCA97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629" y="1678501"/>
            <a:ext cx="5762625" cy="3190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41913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7500AA-E40E-C7CB-AC79-CD5C4381F5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GB" sz="4000">
                <a:solidFill>
                  <a:srgbClr val="FFFFFF"/>
                </a:solidFill>
              </a:rPr>
              <a:t>Interval/Ratio - Scale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6EC7A7-F469-6716-DB6C-467D12DDB7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6370" y="12005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en-GB" sz="2400" dirty="0"/>
              <a:t>Meaningful interval between data points</a:t>
            </a:r>
          </a:p>
          <a:p>
            <a:r>
              <a:rPr lang="en-GB" sz="2400" b="1" dirty="0"/>
              <a:t>Interval data</a:t>
            </a:r>
            <a:r>
              <a:rPr lang="en-GB" sz="2400" dirty="0"/>
              <a:t> does not have a meaningful zero, e.g., temperature</a:t>
            </a:r>
          </a:p>
          <a:p>
            <a:r>
              <a:rPr lang="en-GB" sz="2400" b="1" dirty="0"/>
              <a:t>Ratio</a:t>
            </a:r>
            <a:r>
              <a:rPr lang="en-GB" sz="2400" dirty="0"/>
              <a:t> does have a meaningful zero, e.g., time used to articulate a word presented on screen, scores on a test or scale</a:t>
            </a:r>
          </a:p>
          <a:p>
            <a:pPr marL="0" indent="0">
              <a:buNone/>
            </a:pPr>
            <a:endParaRPr lang="en-GB" sz="2000" dirty="0"/>
          </a:p>
          <a:p>
            <a:endParaRPr lang="en-GB" sz="2000" dirty="0"/>
          </a:p>
        </p:txBody>
      </p:sp>
      <mc:AlternateContent xmlns:mc="http://schemas.openxmlformats.org/markup-compatibility/2006" xmlns:cx1="http://schemas.microsoft.com/office/drawing/2015/9/8/chartex">
        <mc:Choice Requires="cx1">
          <p:graphicFrame>
            <p:nvGraphicFramePr>
              <p:cNvPr id="6" name="Chart 5">
                <a:extLst>
                  <a:ext uri="{FF2B5EF4-FFF2-40B4-BE49-F238E27FC236}">
                    <a16:creationId xmlns:a16="http://schemas.microsoft.com/office/drawing/2014/main" id="{48D9DD58-CBF9-A4D3-C2BA-6188BBBBFB6B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2674049908"/>
                  </p:ext>
                </p:extLst>
              </p:nvPr>
            </p:nvGraphicFramePr>
            <p:xfrm>
              <a:off x="1153668" y="3665988"/>
              <a:ext cx="4572000" cy="2743200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2"/>
              </a:graphicData>
            </a:graphic>
          </p:graphicFrame>
        </mc:Choice>
        <mc:Fallback xmlns="">
          <p:pic>
            <p:nvPicPr>
              <p:cNvPr id="6" name="Chart 5">
                <a:extLst>
                  <a:ext uri="{FF2B5EF4-FFF2-40B4-BE49-F238E27FC236}">
                    <a16:creationId xmlns:a16="http://schemas.microsoft.com/office/drawing/2014/main" id="{48D9DD58-CBF9-A4D3-C2BA-6188BBBBFB6B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53668" y="3665988"/>
                <a:ext cx="4572000" cy="274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cx1="http://schemas.microsoft.com/office/drawing/2015/9/8/chartex">
        <mc:Choice Requires="cx1">
          <p:graphicFrame>
            <p:nvGraphicFramePr>
              <p:cNvPr id="7" name="Chart 6">
                <a:extLst>
                  <a:ext uri="{FF2B5EF4-FFF2-40B4-BE49-F238E27FC236}">
                    <a16:creationId xmlns:a16="http://schemas.microsoft.com/office/drawing/2014/main" id="{48D9DD58-CBF9-A4D3-C2BA-6188BBBBFB6B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1703460454"/>
                  </p:ext>
                </p:extLst>
              </p:nvPr>
            </p:nvGraphicFramePr>
            <p:xfrm>
              <a:off x="6644185" y="3730223"/>
              <a:ext cx="4572000" cy="2743200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4"/>
              </a:graphicData>
            </a:graphic>
          </p:graphicFrame>
        </mc:Choice>
        <mc:Fallback xmlns="">
          <p:pic>
            <p:nvPicPr>
              <p:cNvPr id="7" name="Chart 6">
                <a:extLst>
                  <a:ext uri="{FF2B5EF4-FFF2-40B4-BE49-F238E27FC236}">
                    <a16:creationId xmlns:a16="http://schemas.microsoft.com/office/drawing/2014/main" id="{48D9DD58-CBF9-A4D3-C2BA-6188BBBBFB6B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644185" y="3730223"/>
                <a:ext cx="4572000" cy="2743200"/>
              </a:xfrm>
              <a:prstGeom prst="rect">
                <a:avLst/>
              </a:prstGeom>
            </p:spPr>
          </p:pic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A841301B-49F1-7752-6605-49A93C1C7B11}"/>
              </a:ext>
            </a:extLst>
          </p:cNvPr>
          <p:cNvSpPr txBox="1"/>
          <p:nvPr/>
        </p:nvSpPr>
        <p:spPr>
          <a:xfrm rot="16200000">
            <a:off x="-453829" y="4139406"/>
            <a:ext cx="25943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/>
              <a:t>Frequency/count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B86ABA-B941-EC2A-AF39-65D07EE040AA}"/>
              </a:ext>
            </a:extLst>
          </p:cNvPr>
          <p:cNvSpPr txBox="1"/>
          <p:nvPr/>
        </p:nvSpPr>
        <p:spPr>
          <a:xfrm rot="16200000">
            <a:off x="5008206" y="4194843"/>
            <a:ext cx="25943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/>
              <a:t>Frequency/count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74A79C6-B807-3A89-BD49-F24659C8A5C6}"/>
              </a:ext>
            </a:extLst>
          </p:cNvPr>
          <p:cNvSpPr txBox="1"/>
          <p:nvPr/>
        </p:nvSpPr>
        <p:spPr>
          <a:xfrm>
            <a:off x="2839393" y="6273368"/>
            <a:ext cx="25365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/>
              <a:t>Scores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90F8642-F438-7EB9-205F-8CDF325BFF7B}"/>
              </a:ext>
            </a:extLst>
          </p:cNvPr>
          <p:cNvSpPr txBox="1"/>
          <p:nvPr/>
        </p:nvSpPr>
        <p:spPr>
          <a:xfrm>
            <a:off x="8501805" y="6265602"/>
            <a:ext cx="25365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/>
              <a:t>Scores</a:t>
            </a:r>
          </a:p>
        </p:txBody>
      </p:sp>
    </p:spTree>
    <p:extLst>
      <p:ext uri="{BB962C8B-B14F-4D97-AF65-F5344CB8AC3E}">
        <p14:creationId xmlns:p14="http://schemas.microsoft.com/office/powerpoint/2010/main" val="3912265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79E27D9-03C7-44E2-9FF8-15D0C8506A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EBF1590-3B36-48EE-A89D-3B6F3CB25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C8F6C8C-AB5A-4548-942D-E3FD40ACB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3306C395-8769-3DF2-09F6-C1C3CA80A3E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64189253"/>
              </p:ext>
            </p:extLst>
          </p:nvPr>
        </p:nvGraphicFramePr>
        <p:xfrm>
          <a:off x="7348082" y="1298085"/>
          <a:ext cx="4240768" cy="365073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D3BFBB82-9668-029B-EC62-3A4531E98C2F}"/>
              </a:ext>
            </a:extLst>
          </p:cNvPr>
          <p:cNvSpPr txBox="1"/>
          <p:nvPr/>
        </p:nvSpPr>
        <p:spPr>
          <a:xfrm rot="16200000">
            <a:off x="6661766" y="2890902"/>
            <a:ext cx="1003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Score B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12037F4-D0EE-4672-1E34-0F2956BBDE0F}"/>
              </a:ext>
            </a:extLst>
          </p:cNvPr>
          <p:cNvSpPr txBox="1"/>
          <p:nvPr/>
        </p:nvSpPr>
        <p:spPr>
          <a:xfrm>
            <a:off x="9305019" y="5054652"/>
            <a:ext cx="1003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Score A</a:t>
            </a:r>
          </a:p>
        </p:txBody>
      </p:sp>
      <p:graphicFrame>
        <p:nvGraphicFramePr>
          <p:cNvPr id="11" name="Chart 10">
            <a:extLst>
              <a:ext uri="{FF2B5EF4-FFF2-40B4-BE49-F238E27FC236}">
                <a16:creationId xmlns:a16="http://schemas.microsoft.com/office/drawing/2014/main" id="{E4821815-2293-DCC6-78EB-B760D9982C2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7199036"/>
              </p:ext>
            </p:extLst>
          </p:nvPr>
        </p:nvGraphicFramePr>
        <p:xfrm>
          <a:off x="994133" y="1703968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5057351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4F2D04-1159-8911-4176-53B2588C2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GB" sz="4000" dirty="0">
                <a:solidFill>
                  <a:srgbClr val="FFFFFF"/>
                </a:solidFill>
              </a:rPr>
              <a:t>Type of Variables/Data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E3C228D-B854-79B7-7DD9-A44ACB8E48F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2667674"/>
              </p:ext>
            </p:extLst>
          </p:nvPr>
        </p:nvGraphicFramePr>
        <p:xfrm>
          <a:off x="-969579" y="1891970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28F362D-B2EB-0F69-0CCC-6D70294D2F1F}"/>
              </a:ext>
            </a:extLst>
          </p:cNvPr>
          <p:cNvSpPr txBox="1"/>
          <p:nvPr/>
        </p:nvSpPr>
        <p:spPr>
          <a:xfrm>
            <a:off x="8509000" y="2146300"/>
            <a:ext cx="3251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No meaningful order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0EFAC2-E1B9-3A8C-1BC2-E0500DA596A7}"/>
              </a:ext>
            </a:extLst>
          </p:cNvPr>
          <p:cNvSpPr txBox="1"/>
          <p:nvPr/>
        </p:nvSpPr>
        <p:spPr>
          <a:xfrm>
            <a:off x="8528048" y="3220177"/>
            <a:ext cx="3251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Meaningful order</a:t>
            </a:r>
          </a:p>
          <a:p>
            <a:r>
              <a:rPr lang="en-GB" sz="2000" dirty="0"/>
              <a:t>But no meaningful interval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2546FB6-F27F-9F8F-DADD-B5A0BF7E50AE}"/>
              </a:ext>
            </a:extLst>
          </p:cNvPr>
          <p:cNvSpPr txBox="1"/>
          <p:nvPr/>
        </p:nvSpPr>
        <p:spPr>
          <a:xfrm>
            <a:off x="8528048" y="4247887"/>
            <a:ext cx="3251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Meaningful order, interval,</a:t>
            </a:r>
          </a:p>
          <a:p>
            <a:r>
              <a:rPr lang="en-GB" sz="2000" dirty="0"/>
              <a:t>But no meaningful zero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8EB820E-6D20-73A0-D459-45BC0601C9F6}"/>
              </a:ext>
            </a:extLst>
          </p:cNvPr>
          <p:cNvSpPr txBox="1"/>
          <p:nvPr/>
        </p:nvSpPr>
        <p:spPr>
          <a:xfrm>
            <a:off x="8509000" y="5301699"/>
            <a:ext cx="3251200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Meaningful order, interval, zero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20740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2822B9-174C-EC49-6C12-16ABF3452E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4824" y="735106"/>
            <a:ext cx="10053763" cy="292847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Likert-Scale vs Likert-type Item</a:t>
            </a:r>
          </a:p>
        </p:txBody>
      </p:sp>
    </p:spTree>
    <p:extLst>
      <p:ext uri="{BB962C8B-B14F-4D97-AF65-F5344CB8AC3E}">
        <p14:creationId xmlns:p14="http://schemas.microsoft.com/office/powerpoint/2010/main" val="25284162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1FAB696-C595-B9DB-855A-ACDFEF788B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GB" sz="4000">
                <a:solidFill>
                  <a:srgbClr val="FFFFFF"/>
                </a:solidFill>
              </a:rPr>
              <a:t>Likert-type item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E372E0F-2F97-2150-F302-84DFAC1C1B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6757" y="2040063"/>
            <a:ext cx="4093029" cy="4351338"/>
          </a:xfrm>
        </p:spPr>
        <p:txBody>
          <a:bodyPr/>
          <a:lstStyle/>
          <a:p>
            <a:r>
              <a:rPr lang="en-GB" b="1" dirty="0"/>
              <a:t>Do you agree …</a:t>
            </a:r>
          </a:p>
          <a:p>
            <a:pPr marL="0" indent="0">
              <a:buNone/>
            </a:pPr>
            <a:r>
              <a:rPr lang="en-GB" dirty="0"/>
              <a:t>1 = Strongly disagree </a:t>
            </a:r>
          </a:p>
          <a:p>
            <a:pPr marL="0" indent="0">
              <a:buNone/>
            </a:pPr>
            <a:r>
              <a:rPr lang="en-GB" dirty="0"/>
              <a:t>2 = Disagree </a:t>
            </a:r>
          </a:p>
          <a:p>
            <a:pPr marL="0" indent="0">
              <a:buNone/>
            </a:pPr>
            <a:r>
              <a:rPr lang="en-GB" dirty="0"/>
              <a:t>3 = Neutral </a:t>
            </a:r>
          </a:p>
          <a:p>
            <a:pPr marL="0" indent="0">
              <a:buNone/>
            </a:pPr>
            <a:r>
              <a:rPr lang="en-GB" dirty="0"/>
              <a:t>4 = Agree </a:t>
            </a:r>
          </a:p>
          <a:p>
            <a:pPr marL="0" indent="0">
              <a:buNone/>
            </a:pPr>
            <a:r>
              <a:rPr lang="en-GB" dirty="0"/>
              <a:t>5 = Strongly agree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650E0C5-53F9-E71E-4AEE-6BF4264F7742}"/>
              </a:ext>
            </a:extLst>
          </p:cNvPr>
          <p:cNvSpPr txBox="1">
            <a:spLocks/>
          </p:cNvSpPr>
          <p:nvPr/>
        </p:nvSpPr>
        <p:spPr>
          <a:xfrm>
            <a:off x="6967945" y="2040063"/>
            <a:ext cx="4408715" cy="435133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dirty="0"/>
              <a:t>How is your proficiency in reading XX language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dirty="0"/>
              <a:t>1 = Poor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dirty="0"/>
              <a:t>2 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dirty="0"/>
              <a:t>3 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dirty="0"/>
              <a:t>4 = Average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dirty="0"/>
              <a:t>5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dirty="0"/>
              <a:t>6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dirty="0"/>
              <a:t>7 = Very good</a:t>
            </a:r>
          </a:p>
        </p:txBody>
      </p:sp>
    </p:spTree>
    <p:extLst>
      <p:ext uri="{BB962C8B-B14F-4D97-AF65-F5344CB8AC3E}">
        <p14:creationId xmlns:p14="http://schemas.microsoft.com/office/powerpoint/2010/main" val="18455499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B24918-C1D3-6989-0E2C-97F0BF55D5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GB" sz="4000">
                <a:solidFill>
                  <a:srgbClr val="FFFFFF"/>
                </a:solidFill>
              </a:rPr>
              <a:t>Likert Scale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CCAC7C-76B6-AFC0-BADD-091F71C2F3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6"/>
            <a:ext cx="10287001" cy="4082603"/>
          </a:xfrm>
        </p:spPr>
        <p:txBody>
          <a:bodyPr anchor="ctr">
            <a:normAutofit fontScale="92500"/>
          </a:bodyPr>
          <a:lstStyle/>
          <a:p>
            <a:r>
              <a:rPr lang="en-GB" sz="2600" b="1" dirty="0"/>
              <a:t>The Likert scale </a:t>
            </a:r>
            <a:r>
              <a:rPr lang="en-GB" sz="2600" dirty="0"/>
              <a:t>refers to the set of at least three items aggregated (summed or averaged) together to represent a single attribute being measured.</a:t>
            </a:r>
          </a:p>
          <a:p>
            <a:r>
              <a:rPr lang="en-GB" sz="2600" dirty="0"/>
              <a:t>The outcome variable to be analysed is the </a:t>
            </a:r>
            <a:r>
              <a:rPr lang="en-GB" sz="2600" b="1" dirty="0"/>
              <a:t>Composite Scores</a:t>
            </a:r>
            <a:r>
              <a:rPr lang="en-GB" sz="2600" dirty="0"/>
              <a:t>, e.g., average or sum</a:t>
            </a:r>
            <a:endParaRPr lang="en-GB" sz="2600" b="1" dirty="0"/>
          </a:p>
          <a:p>
            <a:r>
              <a:rPr lang="en-GB" sz="2600" dirty="0"/>
              <a:t>Typically requires establishing validity and reliability</a:t>
            </a:r>
          </a:p>
          <a:p>
            <a:r>
              <a:rPr lang="en-GB" sz="2600" b="1" dirty="0"/>
              <a:t>Multiple components</a:t>
            </a:r>
            <a:r>
              <a:rPr lang="en-GB" sz="2600" dirty="0"/>
              <a:t>, e.g., motivation, necessity, engagement and agency</a:t>
            </a:r>
          </a:p>
          <a:p>
            <a:r>
              <a:rPr lang="en-GB" sz="2600" dirty="0"/>
              <a:t>Although each item is in ordinal scale</a:t>
            </a:r>
            <a:r>
              <a:rPr lang="en-GB" sz="2600" b="1" dirty="0"/>
              <a:t>, Likert-Scale data </a:t>
            </a:r>
            <a:r>
              <a:rPr lang="en-GB" sz="2600" dirty="0"/>
              <a:t>is sometimes analysed as </a:t>
            </a:r>
            <a:r>
              <a:rPr lang="en-GB" sz="2600" b="1" dirty="0"/>
              <a:t>interval data</a:t>
            </a:r>
            <a:r>
              <a:rPr lang="en-GB" sz="2600" dirty="0"/>
              <a:t>, mainly because the composite scores turn the data into a scale because of the averaging/summing. However, it depends on the data distribution. </a:t>
            </a:r>
          </a:p>
          <a:p>
            <a:pPr lvl="1"/>
            <a:endParaRPr lang="en-GB" sz="2000" dirty="0"/>
          </a:p>
          <a:p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25503410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2718E5-744A-12AD-895B-F795C4B36B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GB" sz="4000" dirty="0">
                <a:solidFill>
                  <a:schemeClr val="bg1"/>
                </a:solidFill>
              </a:rPr>
              <a:t>Likert-Scale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682AFB3-4F74-4FDB-C3A3-1D4EFBE4DE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5225" y="1590741"/>
            <a:ext cx="3821983" cy="46048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B356D66-78DF-3017-01B0-B87C65CB680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-6433" b="10476"/>
          <a:stretch/>
        </p:blipFill>
        <p:spPr>
          <a:xfrm>
            <a:off x="7784993" y="1668252"/>
            <a:ext cx="4407003" cy="46048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9893B45-1F1B-335B-7265-A4CEB88349F4}"/>
              </a:ext>
            </a:extLst>
          </p:cNvPr>
          <p:cNvSpPr txBox="1"/>
          <p:nvPr/>
        </p:nvSpPr>
        <p:spPr>
          <a:xfrm>
            <a:off x="644680" y="1891970"/>
            <a:ext cx="274621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1 = totally disagree</a:t>
            </a:r>
          </a:p>
          <a:p>
            <a:r>
              <a:rPr lang="en-GB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2 = partially disagree</a:t>
            </a:r>
          </a:p>
          <a:p>
            <a:r>
              <a:rPr lang="en-GB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3 = partially agree</a:t>
            </a:r>
          </a:p>
          <a:p>
            <a:r>
              <a:rPr lang="en-GB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4 = totally agree</a:t>
            </a:r>
            <a:endParaRPr lang="en-GB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56A4045-55DE-DC25-6D1E-2E6CAD523642}"/>
              </a:ext>
            </a:extLst>
          </p:cNvPr>
          <p:cNvSpPr txBox="1"/>
          <p:nvPr/>
        </p:nvSpPr>
        <p:spPr>
          <a:xfrm>
            <a:off x="366851" y="3506843"/>
            <a:ext cx="2954481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 err="1"/>
              <a:t>Dauzón</a:t>
            </a:r>
            <a:r>
              <a:rPr lang="en-GB" sz="1800" dirty="0"/>
              <a:t>-Ledesma, L., &amp; Izquierdo, J. (2023). Language Learning Investment in Higher Education: Validation and Implementation of a Likert-Scale Questionnaire in the Context of Compulsory EFL Learning. Education Sciences, 13(4), 370. </a:t>
            </a:r>
            <a:r>
              <a:rPr lang="en-GB" sz="1800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https://doi.org/10.3390/educsci13040370</a:t>
            </a:r>
            <a:endParaRPr lang="en-GB" sz="1800" dirty="0"/>
          </a:p>
        </p:txBody>
      </p:sp>
    </p:spTree>
    <p:extLst>
      <p:ext uri="{BB962C8B-B14F-4D97-AF65-F5344CB8AC3E}">
        <p14:creationId xmlns:p14="http://schemas.microsoft.com/office/powerpoint/2010/main" val="26183666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EDB1CF-F5A7-CCC9-CC11-6E621DD234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4824" y="735106"/>
            <a:ext cx="10053763" cy="292847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Am I analysing Likert-type item or Likert-Scale?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5A861A-FDDE-2DBB-A576-73EC56D807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50682" y="4870824"/>
            <a:ext cx="10005951" cy="14582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24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Do you analyse the item individually or in a set or as a whole?</a:t>
            </a:r>
          </a:p>
        </p:txBody>
      </p:sp>
    </p:spTree>
    <p:extLst>
      <p:ext uri="{BB962C8B-B14F-4D97-AF65-F5344CB8AC3E}">
        <p14:creationId xmlns:p14="http://schemas.microsoft.com/office/powerpoint/2010/main" val="30155825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41BCE85-830D-D9D6-D626-A873A648BC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4824" y="735106"/>
            <a:ext cx="10053763" cy="292847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Data analysis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2B648E-89E5-0733-D83E-DB59EE3C96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50682" y="4870824"/>
            <a:ext cx="10005951" cy="145825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 sz="28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Likert-</a:t>
            </a:r>
            <a:r>
              <a:rPr lang="en-US" altLang="zh-CN" sz="2800" b="1" dirty="0">
                <a:solidFill>
                  <a:schemeClr val="tx1"/>
                </a:solidFill>
              </a:rPr>
              <a:t>type item</a:t>
            </a:r>
            <a:endParaRPr lang="en-US" sz="2800" b="1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245688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9811427-6BCD-0A01-9FB0-59FC5104CE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GB" sz="4000" dirty="0">
                <a:solidFill>
                  <a:schemeClr val="bg1"/>
                </a:solidFill>
              </a:rPr>
              <a:t>General procedure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28C5E91A-2B04-1683-DFDC-EC8FEA009183}"/>
              </a:ext>
            </a:extLst>
          </p:cNvPr>
          <p:cNvGrpSpPr/>
          <p:nvPr/>
        </p:nvGrpSpPr>
        <p:grpSpPr>
          <a:xfrm>
            <a:off x="842772" y="2018274"/>
            <a:ext cx="10506456" cy="527670"/>
            <a:chOff x="0" y="328796"/>
            <a:chExt cx="10506456" cy="527670"/>
          </a:xfrm>
        </p:grpSpPr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0A518A6A-67C0-D02C-E1FF-750FDE53AC03}"/>
                </a:ext>
              </a:extLst>
            </p:cNvPr>
            <p:cNvSpPr/>
            <p:nvPr/>
          </p:nvSpPr>
          <p:spPr>
            <a:xfrm>
              <a:off x="0" y="328796"/>
              <a:ext cx="10506456" cy="527670"/>
            </a:xfrm>
            <a:prstGeom prst="roundRect">
              <a:avLst/>
            </a:prstGeom>
          </p:spPr>
          <p:style>
            <a:lnRef idx="2">
              <a:schemeClr val="lt2"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hueOff val="0"/>
                <a:satOff val="0"/>
                <a:lumOff val="0"/>
                <a:alphaOff val="0"/>
              </a:schemeClr>
            </a:fillRef>
            <a:effectRef idx="0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2" name="Rectangle: Rounded Corners 4">
              <a:extLst>
                <a:ext uri="{FF2B5EF4-FFF2-40B4-BE49-F238E27FC236}">
                  <a16:creationId xmlns:a16="http://schemas.microsoft.com/office/drawing/2014/main" id="{E59D0F5A-7097-73FA-97CD-BEE9E30CCA33}"/>
                </a:ext>
              </a:extLst>
            </p:cNvPr>
            <p:cNvSpPr txBox="1"/>
            <p:nvPr/>
          </p:nvSpPr>
          <p:spPr>
            <a:xfrm>
              <a:off x="25759" y="354555"/>
              <a:ext cx="10454938" cy="47615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3820" tIns="83820" rIns="83820" bIns="83820" numCol="1" spcCol="1270" anchor="ctr" anchorCtr="0">
              <a:noAutofit/>
            </a:bodyPr>
            <a:lstStyle/>
            <a:p>
              <a:pPr marL="0" lvl="0" indent="0" algn="l" defTabSz="9779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GB" sz="2200" b="1" kern="1200"/>
                <a:t>Data cleaning and structuring</a:t>
              </a:r>
              <a:endParaRPr lang="en-US" sz="2200" kern="1200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67A5DC0-2C88-3B3F-195C-D89521ECD40B}"/>
              </a:ext>
            </a:extLst>
          </p:cNvPr>
          <p:cNvGrpSpPr/>
          <p:nvPr/>
        </p:nvGrpSpPr>
        <p:grpSpPr>
          <a:xfrm>
            <a:off x="842772" y="4777404"/>
            <a:ext cx="10506456" cy="527670"/>
            <a:chOff x="0" y="3087926"/>
            <a:chExt cx="10506456" cy="527670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5A2BD082-BA1B-78B0-CAE3-A0C36921CC24}"/>
                </a:ext>
              </a:extLst>
            </p:cNvPr>
            <p:cNvSpPr/>
            <p:nvPr/>
          </p:nvSpPr>
          <p:spPr>
            <a:xfrm>
              <a:off x="0" y="3087926"/>
              <a:ext cx="10506456" cy="527670"/>
            </a:xfrm>
            <a:prstGeom prst="roundRect">
              <a:avLst/>
            </a:prstGeom>
          </p:spPr>
          <p:style>
            <a:lnRef idx="2">
              <a:schemeClr val="lt2"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hueOff val="0"/>
                <a:satOff val="0"/>
                <a:lumOff val="0"/>
                <a:alphaOff val="0"/>
              </a:schemeClr>
            </a:fillRef>
            <a:effectRef idx="0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0" name="Rectangle: Rounded Corners 6">
              <a:extLst>
                <a:ext uri="{FF2B5EF4-FFF2-40B4-BE49-F238E27FC236}">
                  <a16:creationId xmlns:a16="http://schemas.microsoft.com/office/drawing/2014/main" id="{B7B17739-5F70-87BE-89B2-7A7BA18B7D01}"/>
                </a:ext>
              </a:extLst>
            </p:cNvPr>
            <p:cNvSpPr txBox="1"/>
            <p:nvPr/>
          </p:nvSpPr>
          <p:spPr>
            <a:xfrm>
              <a:off x="25759" y="3113685"/>
              <a:ext cx="10454938" cy="47615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3820" tIns="83820" rIns="83820" bIns="83820" numCol="1" spcCol="1270" anchor="ctr" anchorCtr="0">
              <a:noAutofit/>
            </a:bodyPr>
            <a:lstStyle/>
            <a:p>
              <a:pPr marL="0" lvl="0" indent="0" algn="l" defTabSz="9779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GB" sz="2200" b="1" kern="1200" dirty="0"/>
                <a:t>Descriptive Analysis </a:t>
              </a:r>
              <a:r>
                <a:rPr lang="en-GB" sz="2200" kern="1200" dirty="0"/>
                <a:t>+ visualisation - exploratory</a:t>
              </a:r>
              <a:endParaRPr lang="en-US" sz="2200" kern="1200" dirty="0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53AD04C-7C09-5F83-8424-03461C101C22}"/>
              </a:ext>
            </a:extLst>
          </p:cNvPr>
          <p:cNvGrpSpPr/>
          <p:nvPr/>
        </p:nvGrpSpPr>
        <p:grpSpPr>
          <a:xfrm>
            <a:off x="842772" y="5368435"/>
            <a:ext cx="10506456" cy="527670"/>
            <a:chOff x="0" y="3678957"/>
            <a:chExt cx="10506456" cy="527670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61641992-C27E-CBA6-A7E8-581ABC8FA61A}"/>
                </a:ext>
              </a:extLst>
            </p:cNvPr>
            <p:cNvSpPr/>
            <p:nvPr/>
          </p:nvSpPr>
          <p:spPr>
            <a:xfrm>
              <a:off x="0" y="3678957"/>
              <a:ext cx="10506456" cy="527670"/>
            </a:xfrm>
            <a:prstGeom prst="roundRect">
              <a:avLst/>
            </a:prstGeom>
          </p:spPr>
          <p:style>
            <a:lnRef idx="2">
              <a:schemeClr val="lt2"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hueOff val="0"/>
                <a:satOff val="0"/>
                <a:lumOff val="0"/>
                <a:alphaOff val="0"/>
              </a:schemeClr>
            </a:fillRef>
            <a:effectRef idx="0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7" name="Rectangle: Rounded Corners 8">
              <a:extLst>
                <a:ext uri="{FF2B5EF4-FFF2-40B4-BE49-F238E27FC236}">
                  <a16:creationId xmlns:a16="http://schemas.microsoft.com/office/drawing/2014/main" id="{9B71DC81-2669-6565-7B34-1F1FCC4BF730}"/>
                </a:ext>
              </a:extLst>
            </p:cNvPr>
            <p:cNvSpPr txBox="1"/>
            <p:nvPr/>
          </p:nvSpPr>
          <p:spPr>
            <a:xfrm>
              <a:off x="25759" y="3704716"/>
              <a:ext cx="10454938" cy="47615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3820" tIns="83820" rIns="83820" bIns="83820" numCol="1" spcCol="1270" anchor="ctr" anchorCtr="0">
              <a:noAutofit/>
            </a:bodyPr>
            <a:lstStyle/>
            <a:p>
              <a:pPr marL="0" lvl="0" indent="0" algn="l" defTabSz="9779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GB" sz="2200" b="1" kern="1200"/>
                <a:t>Inferential Analysis </a:t>
              </a:r>
              <a:r>
                <a:rPr lang="en-GB" sz="2200" kern="1200"/>
                <a:t>– hypothesis testing to draw conclusion about the general population</a:t>
              </a:r>
              <a:endParaRPr lang="en-US" sz="2200" kern="1200"/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8F2FA938-6080-9D3E-EFFA-FCD6F54D2548}"/>
              </a:ext>
            </a:extLst>
          </p:cNvPr>
          <p:cNvSpPr txBox="1"/>
          <p:nvPr/>
        </p:nvSpPr>
        <p:spPr>
          <a:xfrm>
            <a:off x="1104900" y="2583546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dirty="0"/>
              <a:t>missing data </a:t>
            </a:r>
            <a:endParaRPr lang="en-US" dirty="0"/>
          </a:p>
          <a:p>
            <a:pPr marL="285750" lvl="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b="1" dirty="0"/>
              <a:t>coding of data (computers like number) </a:t>
            </a:r>
            <a:endParaRPr lang="en-US" dirty="0"/>
          </a:p>
          <a:p>
            <a:pPr marL="285750" lvl="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dirty="0"/>
              <a:t>top row as variable name</a:t>
            </a:r>
            <a:endParaRPr lang="en-US" dirty="0"/>
          </a:p>
          <a:p>
            <a:pPr marL="285750" lvl="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dirty="0"/>
              <a:t>first column as index/participant ID</a:t>
            </a:r>
            <a:endParaRPr lang="en-US" dirty="0"/>
          </a:p>
          <a:p>
            <a:pPr marL="285750" lvl="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dirty="0"/>
              <a:t>one row corresponds to one data point (one participant)</a:t>
            </a:r>
            <a:endParaRPr lang="en-US" dirty="0"/>
          </a:p>
          <a:p>
            <a:pPr marL="285750" lvl="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dirty="0"/>
              <a:t>one column corresponds to one variable</a:t>
            </a:r>
            <a:endParaRPr lang="en-US" dirty="0"/>
          </a:p>
          <a:p>
            <a:pPr marL="285750" lvl="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dirty="0"/>
              <a:t>All data to be visualised in the same sheet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19400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42D31A-9AF5-78AE-7A73-DC7714815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GB" sz="4000">
                <a:solidFill>
                  <a:srgbClr val="FFFFFF"/>
                </a:solidFill>
              </a:rPr>
              <a:t>Descriptive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18753E-62CD-6375-58C3-D721B5D265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sz="2000" b="1" dirty="0"/>
              <a:t>Likert-type Item</a:t>
            </a:r>
          </a:p>
          <a:p>
            <a:r>
              <a:rPr lang="en-GB" sz="2000" dirty="0"/>
              <a:t>Mode: The most frequent responses</a:t>
            </a:r>
          </a:p>
          <a:p>
            <a:r>
              <a:rPr lang="en-GB" sz="2000" dirty="0"/>
              <a:t>Median: The middle number</a:t>
            </a:r>
          </a:p>
          <a:p>
            <a:r>
              <a:rPr lang="en-GB" sz="2000" dirty="0"/>
              <a:t>Distribution of responses</a:t>
            </a:r>
          </a:p>
          <a:p>
            <a:pPr marL="0" indent="0">
              <a:buNone/>
            </a:pPr>
            <a:endParaRPr lang="en-GB" sz="2000" b="1" dirty="0"/>
          </a:p>
          <a:p>
            <a:pPr marL="0" indent="0">
              <a:buNone/>
            </a:pPr>
            <a:r>
              <a:rPr lang="en-GB" sz="2000" b="1" dirty="0"/>
              <a:t>Likert Scale</a:t>
            </a:r>
          </a:p>
          <a:p>
            <a:r>
              <a:rPr lang="en-GB" sz="2000" dirty="0"/>
              <a:t>Mean</a:t>
            </a:r>
          </a:p>
          <a:p>
            <a:r>
              <a:rPr lang="en-GB" sz="2000" dirty="0"/>
              <a:t>Standard deviation (SD)</a:t>
            </a:r>
          </a:p>
          <a:p>
            <a:endParaRPr lang="en-GB" sz="2000" b="1" dirty="0"/>
          </a:p>
        </p:txBody>
      </p:sp>
      <p:sp>
        <p:nvSpPr>
          <p:cNvPr id="15" name="Cloud 14">
            <a:extLst>
              <a:ext uri="{FF2B5EF4-FFF2-40B4-BE49-F238E27FC236}">
                <a16:creationId xmlns:a16="http://schemas.microsoft.com/office/drawing/2014/main" id="{350C2FEC-D22F-B0FC-B033-0FB32873E5D2}"/>
              </a:ext>
            </a:extLst>
          </p:cNvPr>
          <p:cNvSpPr/>
          <p:nvPr/>
        </p:nvSpPr>
        <p:spPr>
          <a:xfrm>
            <a:off x="6627648" y="2865821"/>
            <a:ext cx="4319752" cy="2091558"/>
          </a:xfrm>
          <a:prstGeom prst="cloud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Why don’t we use mean for </a:t>
            </a:r>
            <a:r>
              <a:rPr lang="en-GB" dirty="0" err="1"/>
              <a:t>likert</a:t>
            </a:r>
            <a:r>
              <a:rPr lang="en-GB" dirty="0"/>
              <a:t>-type item?</a:t>
            </a:r>
          </a:p>
        </p:txBody>
      </p:sp>
    </p:spTree>
    <p:extLst>
      <p:ext uri="{BB962C8B-B14F-4D97-AF65-F5344CB8AC3E}">
        <p14:creationId xmlns:p14="http://schemas.microsoft.com/office/powerpoint/2010/main" val="4872383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42D31A-9AF5-78AE-7A73-DC7714815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GB" sz="4000">
                <a:solidFill>
                  <a:srgbClr val="FFFFFF"/>
                </a:solidFill>
              </a:rPr>
              <a:t>Descriptive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18753E-62CD-6375-58C3-D721B5D265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sz="2000" b="1" dirty="0"/>
              <a:t>Likert-type Item</a:t>
            </a:r>
          </a:p>
          <a:p>
            <a:r>
              <a:rPr lang="en-GB" sz="2000" dirty="0"/>
              <a:t>Mode: The most frequent responses</a:t>
            </a:r>
          </a:p>
          <a:p>
            <a:r>
              <a:rPr lang="en-GB" sz="2000" dirty="0"/>
              <a:t>Median: The middle number</a:t>
            </a:r>
          </a:p>
          <a:p>
            <a:r>
              <a:rPr lang="en-GB" sz="2000" dirty="0"/>
              <a:t>Distribution of responses</a:t>
            </a:r>
          </a:p>
          <a:p>
            <a:pPr marL="0" indent="0">
              <a:buNone/>
            </a:pPr>
            <a:endParaRPr lang="en-GB" sz="2000" b="1" dirty="0"/>
          </a:p>
          <a:p>
            <a:pPr marL="0" indent="0">
              <a:buNone/>
            </a:pPr>
            <a:r>
              <a:rPr lang="en-GB" sz="2000" b="1" dirty="0"/>
              <a:t>Likert Scale</a:t>
            </a:r>
          </a:p>
          <a:p>
            <a:r>
              <a:rPr lang="en-GB" sz="2000" dirty="0"/>
              <a:t>Mean</a:t>
            </a:r>
          </a:p>
          <a:p>
            <a:r>
              <a:rPr lang="en-GB" sz="2000" dirty="0"/>
              <a:t>Standard deviation (SD)</a:t>
            </a:r>
          </a:p>
          <a:p>
            <a:endParaRPr lang="en-GB" sz="2000" b="1" dirty="0"/>
          </a:p>
        </p:txBody>
      </p:sp>
      <p:sp>
        <p:nvSpPr>
          <p:cNvPr id="15" name="Cloud 14">
            <a:extLst>
              <a:ext uri="{FF2B5EF4-FFF2-40B4-BE49-F238E27FC236}">
                <a16:creationId xmlns:a16="http://schemas.microsoft.com/office/drawing/2014/main" id="{350C2FEC-D22F-B0FC-B033-0FB32873E5D2}"/>
              </a:ext>
            </a:extLst>
          </p:cNvPr>
          <p:cNvSpPr/>
          <p:nvPr/>
        </p:nvSpPr>
        <p:spPr>
          <a:xfrm>
            <a:off x="6627648" y="2865821"/>
            <a:ext cx="4319752" cy="2091558"/>
          </a:xfrm>
          <a:prstGeom prst="cloud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Why don’t we use mean for </a:t>
            </a:r>
            <a:r>
              <a:rPr lang="en-GB" dirty="0" err="1"/>
              <a:t>likert</a:t>
            </a:r>
            <a:r>
              <a:rPr lang="en-GB" dirty="0"/>
              <a:t>-type item?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3B9FB75-9390-7788-923E-CBD7524268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949" y="2318197"/>
            <a:ext cx="5762625" cy="319087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DCA2A71-EE46-AB50-18DD-5941DD4C0DFA}"/>
              </a:ext>
            </a:extLst>
          </p:cNvPr>
          <p:cNvSpPr txBox="1"/>
          <p:nvPr/>
        </p:nvSpPr>
        <p:spPr>
          <a:xfrm>
            <a:off x="698500" y="6001555"/>
            <a:ext cx="322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Mean = 2.84</a:t>
            </a:r>
          </a:p>
        </p:txBody>
      </p:sp>
    </p:spTree>
    <p:extLst>
      <p:ext uri="{BB962C8B-B14F-4D97-AF65-F5344CB8AC3E}">
        <p14:creationId xmlns:p14="http://schemas.microsoft.com/office/powerpoint/2010/main" val="413600150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17C49A-C1C1-0099-A0CA-F641DE9872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en-GB" sz="4000" dirty="0">
                <a:solidFill>
                  <a:srgbClr val="FFFFFF"/>
                </a:solidFill>
              </a:rPr>
              <a:t>Demonstrations </a:t>
            </a:r>
            <a:endParaRPr lang="en-GB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D331E4-9B64-43EB-C21B-D573E2A34F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anchor="ctr">
            <a:normAutofit/>
          </a:bodyPr>
          <a:lstStyle/>
          <a:p>
            <a:r>
              <a:rPr lang="en-GB" sz="2000" b="1" dirty="0"/>
              <a:t>Excel</a:t>
            </a:r>
          </a:p>
          <a:p>
            <a:r>
              <a:rPr lang="en-GB" sz="2000" dirty="0"/>
              <a:t>Pivot table/chart</a:t>
            </a:r>
          </a:p>
          <a:p>
            <a:r>
              <a:rPr lang="en-GB" sz="2000" dirty="0"/>
              <a:t>Recode</a:t>
            </a:r>
            <a:endParaRPr lang="en-GB" sz="2000" b="1" dirty="0"/>
          </a:p>
          <a:p>
            <a:r>
              <a:rPr lang="en-GB" sz="2000" dirty="0"/>
              <a:t>Descriptive analysis</a:t>
            </a:r>
          </a:p>
          <a:p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425093197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354038-9657-B7FA-0B06-0DEF6DC89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GB" sz="4000" dirty="0">
                <a:solidFill>
                  <a:srgbClr val="FFFFFF"/>
                </a:solidFill>
              </a:rPr>
              <a:t>Inferential statistics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4F397B-85A3-0E62-433A-20EA8513DC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6"/>
            <a:ext cx="9724031" cy="3892103"/>
          </a:xfrm>
        </p:spPr>
        <p:txBody>
          <a:bodyPr anchor="ctr">
            <a:noAutofit/>
          </a:bodyPr>
          <a:lstStyle/>
          <a:p>
            <a:r>
              <a:rPr lang="en-GB" sz="2400" dirty="0"/>
              <a:t>Based on our </a:t>
            </a:r>
            <a:r>
              <a:rPr lang="en-GB" sz="2400" b="1" dirty="0"/>
              <a:t>sample</a:t>
            </a:r>
            <a:r>
              <a:rPr lang="en-GB" sz="2400" dirty="0"/>
              <a:t>, what we could say about </a:t>
            </a:r>
            <a:r>
              <a:rPr lang="en-GB" sz="2400" b="1" dirty="0"/>
              <a:t>population</a:t>
            </a:r>
          </a:p>
          <a:p>
            <a:endParaRPr lang="en-GB" sz="2400" b="1" dirty="0"/>
          </a:p>
          <a:p>
            <a:r>
              <a:rPr lang="en-GB" sz="2400" b="1" dirty="0"/>
              <a:t>Hypothesis testing</a:t>
            </a:r>
          </a:p>
          <a:p>
            <a:pPr lvl="1"/>
            <a:r>
              <a:rPr lang="en-GB" dirty="0"/>
              <a:t>Null hypothesis – No difference between groups, No difference before and after intervention</a:t>
            </a:r>
          </a:p>
          <a:p>
            <a:pPr lvl="1"/>
            <a:r>
              <a:rPr lang="en-GB" dirty="0"/>
              <a:t>H1/Alternative hypothesis – There is a difference between groups, before and after</a:t>
            </a:r>
          </a:p>
          <a:p>
            <a:pPr marL="0" indent="0">
              <a:buNone/>
            </a:pPr>
            <a:endParaRPr lang="en-GB" sz="2400" dirty="0"/>
          </a:p>
          <a:p>
            <a:r>
              <a:rPr lang="en-GB" sz="2400" b="1" i="1" dirty="0"/>
              <a:t>p</a:t>
            </a:r>
            <a:r>
              <a:rPr lang="en-GB" sz="2400" b="1" dirty="0"/>
              <a:t>-value</a:t>
            </a:r>
            <a:r>
              <a:rPr lang="en-GB" sz="2400" dirty="0"/>
              <a:t> &lt; 0.05 (or sometimes 0.001, depending on the field) indicates that there is a </a:t>
            </a:r>
            <a:r>
              <a:rPr lang="en-GB" sz="2400" b="1" dirty="0"/>
              <a:t>significant</a:t>
            </a:r>
            <a:r>
              <a:rPr lang="en-GB" sz="2400" dirty="0"/>
              <a:t> difference/effect, while </a:t>
            </a:r>
            <a:r>
              <a:rPr lang="en-GB" sz="2400" i="1" dirty="0"/>
              <a:t>p</a:t>
            </a:r>
            <a:r>
              <a:rPr lang="en-GB" sz="2400" dirty="0"/>
              <a:t>&lt;0.1 marginally significant (depending on the field)</a:t>
            </a:r>
          </a:p>
          <a:p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270413132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354038-9657-B7FA-0B06-0DEF6DC89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en-GB" sz="4000" dirty="0">
                <a:solidFill>
                  <a:srgbClr val="FFFFFF"/>
                </a:solidFill>
              </a:rPr>
              <a:t>What statistical analysis to be conducted?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4F397B-85A3-0E62-433A-20EA8513DC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sz="3200" b="1" dirty="0"/>
              <a:t>Research design:</a:t>
            </a:r>
          </a:p>
          <a:p>
            <a:r>
              <a:rPr lang="en-GB" dirty="0"/>
              <a:t>Between-subject</a:t>
            </a:r>
          </a:p>
          <a:p>
            <a:r>
              <a:rPr lang="en-GB" dirty="0"/>
              <a:t>Within-subject/paired sample</a:t>
            </a:r>
          </a:p>
          <a:p>
            <a:pPr lvl="1"/>
            <a:r>
              <a:rPr lang="en-GB" dirty="0"/>
              <a:t>Pre- vs. Post- Intervention</a:t>
            </a:r>
          </a:p>
          <a:p>
            <a:pPr lvl="1"/>
            <a:r>
              <a:rPr lang="en-GB" dirty="0"/>
              <a:t>Condition A vs. Condition B</a:t>
            </a:r>
          </a:p>
          <a:p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417430023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7642AF-1832-BA37-0E3F-AB7FFED512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GB" sz="4000">
                <a:solidFill>
                  <a:srgbClr val="FFFFFF"/>
                </a:solidFill>
              </a:rPr>
              <a:t>What statistical analysis to be conducted?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F4C044-B415-F286-F0F2-53CF23CCFF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9895" y="357381"/>
            <a:ext cx="6548205" cy="1687320"/>
          </a:xfrm>
        </p:spPr>
        <p:txBody>
          <a:bodyPr anchor="ctr">
            <a:normAutofit fontScale="92500"/>
          </a:bodyPr>
          <a:lstStyle/>
          <a:p>
            <a:pPr marL="0" indent="0">
              <a:buNone/>
            </a:pPr>
            <a:r>
              <a:rPr lang="en-GB" sz="3200" b="1" dirty="0"/>
              <a:t>Types of data/data distribution of dependent variable(outcome measure)</a:t>
            </a:r>
          </a:p>
          <a:p>
            <a:pPr lvl="1"/>
            <a:r>
              <a:rPr lang="en-GB" sz="2000" dirty="0"/>
              <a:t>Parametric vs. nonparametric</a:t>
            </a:r>
          </a:p>
          <a:p>
            <a:pPr lvl="1"/>
            <a:r>
              <a:rPr lang="en-GB" sz="2000" dirty="0"/>
              <a:t>Continuous vs. discrete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3F1EB856-7075-AB8A-D467-5B2C2457C27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05994580"/>
              </p:ext>
            </p:extLst>
          </p:nvPr>
        </p:nvGraphicFramePr>
        <p:xfrm>
          <a:off x="4596810" y="3885836"/>
          <a:ext cx="4572000" cy="27971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mc:AlternateContent xmlns:mc="http://schemas.openxmlformats.org/markup-compatibility/2006" xmlns:cx1="http://schemas.microsoft.com/office/drawing/2015/9/8/chartex">
        <mc:Choice Requires="cx1">
          <p:graphicFrame>
            <p:nvGraphicFramePr>
              <p:cNvPr id="7" name="Chart 6">
                <a:extLst>
                  <a:ext uri="{FF2B5EF4-FFF2-40B4-BE49-F238E27FC236}">
                    <a16:creationId xmlns:a16="http://schemas.microsoft.com/office/drawing/2014/main" id="{78FB9378-9B5D-72F0-A4E1-84CC26291444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3902140781"/>
                  </p:ext>
                </p:extLst>
              </p:nvPr>
            </p:nvGraphicFramePr>
            <p:xfrm>
              <a:off x="4503677" y="1841135"/>
              <a:ext cx="4123267" cy="1802342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4"/>
              </a:graphicData>
            </a:graphic>
          </p:graphicFrame>
        </mc:Choice>
        <mc:Fallback xmlns="">
          <p:pic>
            <p:nvPicPr>
              <p:cNvPr id="7" name="Chart 6">
                <a:extLst>
                  <a:ext uri="{FF2B5EF4-FFF2-40B4-BE49-F238E27FC236}">
                    <a16:creationId xmlns:a16="http://schemas.microsoft.com/office/drawing/2014/main" id="{78FB9378-9B5D-72F0-A4E1-84CC2629144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503677" y="1841135"/>
                <a:ext cx="4123267" cy="180234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cx1="http://schemas.microsoft.com/office/drawing/2015/9/8/chartex">
        <mc:Choice Requires="cx1">
          <p:graphicFrame>
            <p:nvGraphicFramePr>
              <p:cNvPr id="11" name="Chart 10">
                <a:extLst>
                  <a:ext uri="{FF2B5EF4-FFF2-40B4-BE49-F238E27FC236}">
                    <a16:creationId xmlns:a16="http://schemas.microsoft.com/office/drawing/2014/main" id="{716F5405-B3EF-CD06-060F-82101066E948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1235455453"/>
                  </p:ext>
                </p:extLst>
              </p:nvPr>
            </p:nvGraphicFramePr>
            <p:xfrm>
              <a:off x="9050616" y="4289588"/>
              <a:ext cx="3428238" cy="2111207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6"/>
              </a:graphicData>
            </a:graphic>
          </p:graphicFrame>
        </mc:Choice>
        <mc:Fallback xmlns="">
          <p:pic>
            <p:nvPicPr>
              <p:cNvPr id="11" name="Chart 10">
                <a:extLst>
                  <a:ext uri="{FF2B5EF4-FFF2-40B4-BE49-F238E27FC236}">
                    <a16:creationId xmlns:a16="http://schemas.microsoft.com/office/drawing/2014/main" id="{716F5405-B3EF-CD06-060F-82101066E94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050616" y="4289588"/>
                <a:ext cx="3428238" cy="2111207"/>
              </a:xfrm>
              <a:prstGeom prst="rect">
                <a:avLst/>
              </a:prstGeom>
            </p:spPr>
          </p:pic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AF66084A-0E70-6E91-735E-6E6487613A5C}"/>
              </a:ext>
            </a:extLst>
          </p:cNvPr>
          <p:cNvSpPr txBox="1"/>
          <p:nvPr/>
        </p:nvSpPr>
        <p:spPr>
          <a:xfrm rot="16200000">
            <a:off x="3259540" y="2457389"/>
            <a:ext cx="20890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/>
              <a:t>Frequency/count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F01815C-609F-42C5-DB72-E3A133C6C132}"/>
              </a:ext>
            </a:extLst>
          </p:cNvPr>
          <p:cNvSpPr txBox="1"/>
          <p:nvPr/>
        </p:nvSpPr>
        <p:spPr>
          <a:xfrm rot="16200000">
            <a:off x="3259540" y="4849622"/>
            <a:ext cx="20890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/>
              <a:t>Frequency/count</a:t>
            </a:r>
          </a:p>
        </p:txBody>
      </p:sp>
    </p:spTree>
    <p:extLst>
      <p:ext uri="{BB962C8B-B14F-4D97-AF65-F5344CB8AC3E}">
        <p14:creationId xmlns:p14="http://schemas.microsoft.com/office/powerpoint/2010/main" val="14135791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27B5AF-8CFB-4CD7-FE32-A6F23D03E7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GB" sz="4000" dirty="0">
                <a:solidFill>
                  <a:srgbClr val="FFFFFF"/>
                </a:solidFill>
              </a:rPr>
              <a:t>Non-parametric statistical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E8D96B-9395-0D75-5DB5-0FAD985877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en-GB" b="1" dirty="0"/>
              <a:t>Between-subjects: </a:t>
            </a:r>
          </a:p>
          <a:p>
            <a:pPr marL="0" indent="0">
              <a:buNone/>
            </a:pPr>
            <a:r>
              <a:rPr lang="en-GB" dirty="0"/>
              <a:t>	Wilcoxon rank-sum test/ Mann–Whitney U test 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b="1" dirty="0"/>
              <a:t>Within-subjects</a:t>
            </a:r>
            <a:r>
              <a:rPr lang="en-GB" dirty="0"/>
              <a:t>: </a:t>
            </a:r>
          </a:p>
          <a:p>
            <a:pPr marL="0" indent="0">
              <a:buNone/>
            </a:pPr>
            <a:r>
              <a:rPr lang="en-GB" dirty="0"/>
              <a:t>	Wilcoxon sign-rank </a:t>
            </a:r>
          </a:p>
        </p:txBody>
      </p:sp>
    </p:spTree>
    <p:extLst>
      <p:ext uri="{BB962C8B-B14F-4D97-AF65-F5344CB8AC3E}">
        <p14:creationId xmlns:p14="http://schemas.microsoft.com/office/powerpoint/2010/main" val="35399080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219A4D-F597-0277-2BCF-E8ADDDF9FD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7697" y="339610"/>
            <a:ext cx="9895951" cy="1033669"/>
          </a:xfrm>
        </p:spPr>
        <p:txBody>
          <a:bodyPr>
            <a:normAutofit/>
          </a:bodyPr>
          <a:lstStyle/>
          <a:p>
            <a:r>
              <a:rPr lang="en-GB" sz="3400" dirty="0">
                <a:solidFill>
                  <a:srgbClr val="FFFFFF"/>
                </a:solidFill>
              </a:rPr>
              <a:t>Comparing 2 groups on their response on one Likert-type item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2F3FA2A5-A8DC-0678-71C5-C5D70739A9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3656" y="2257745"/>
            <a:ext cx="9724031" cy="4378810"/>
          </a:xfrm>
        </p:spPr>
        <p:txBody>
          <a:bodyPr anchor="ctr">
            <a:normAutofit/>
          </a:bodyPr>
          <a:lstStyle/>
          <a:p>
            <a:r>
              <a:rPr lang="en-GB" b="1" i="0" u="none" strike="noStrike" dirty="0">
                <a:effectLst/>
                <a:latin typeface="Calibri" panose="020F0502020204030204" pitchFamily="34" charset="0"/>
              </a:rPr>
              <a:t>Q1 I get upset when my Target Language is spoken too fast.</a:t>
            </a:r>
            <a:r>
              <a:rPr lang="en-GB" dirty="0"/>
              <a:t> </a:t>
            </a:r>
          </a:p>
          <a:p>
            <a:pPr marL="0" indent="0">
              <a:buNone/>
            </a:pPr>
            <a:r>
              <a:rPr lang="en-GB" dirty="0"/>
              <a:t>   94 participants in group A, 47 in group B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r>
              <a:rPr lang="en-GB" b="1" dirty="0"/>
              <a:t>Independent variable:</a:t>
            </a:r>
          </a:p>
          <a:p>
            <a:r>
              <a:rPr lang="en-GB" b="1" dirty="0"/>
              <a:t>Dependent variable: </a:t>
            </a:r>
          </a:p>
          <a:p>
            <a:r>
              <a:rPr lang="en-GB" b="1" dirty="0"/>
              <a:t>Between-subjects or Within-subjects?</a:t>
            </a:r>
          </a:p>
          <a:p>
            <a:r>
              <a:rPr lang="en-GB" b="1" dirty="0"/>
              <a:t>Parametric or non-parametric?</a:t>
            </a:r>
          </a:p>
          <a:p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252653493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219A4D-F597-0277-2BCF-E8ADDDF9FD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GB" sz="3400" dirty="0">
                <a:solidFill>
                  <a:srgbClr val="FFFFFF"/>
                </a:solidFill>
              </a:rPr>
              <a:t>Comparing 2 groups on their response on one Likert-type item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2F3FA2A5-A8DC-0678-71C5-C5D70739A9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184652"/>
            <a:ext cx="9724031" cy="4378810"/>
          </a:xfrm>
        </p:spPr>
        <p:txBody>
          <a:bodyPr anchor="ctr">
            <a:normAutofit/>
          </a:bodyPr>
          <a:lstStyle/>
          <a:p>
            <a:r>
              <a:rPr lang="en-GB" b="1" i="0" u="none" strike="noStrike" dirty="0">
                <a:effectLst/>
                <a:latin typeface="Calibri" panose="020F0502020204030204" pitchFamily="34" charset="0"/>
              </a:rPr>
              <a:t>Q1 I get upset when my Target Language is spoken too fast.</a:t>
            </a:r>
            <a:r>
              <a:rPr lang="en-GB" dirty="0"/>
              <a:t> </a:t>
            </a:r>
          </a:p>
          <a:p>
            <a:pPr marL="0" indent="0">
              <a:buNone/>
            </a:pPr>
            <a:r>
              <a:rPr lang="en-GB" dirty="0"/>
              <a:t>   94 participants in group A, 47 in group B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Independent variable (what we ‘manipulate’): </a:t>
            </a:r>
            <a:r>
              <a:rPr lang="en-GB" b="1" dirty="0"/>
              <a:t>group</a:t>
            </a:r>
            <a:r>
              <a:rPr lang="en-GB" dirty="0"/>
              <a:t> (categorical data)</a:t>
            </a:r>
          </a:p>
          <a:p>
            <a:r>
              <a:rPr lang="en-GB" dirty="0"/>
              <a:t>Dependent variable (what we measure): the responses (</a:t>
            </a:r>
            <a:r>
              <a:rPr lang="en-GB" b="1" dirty="0"/>
              <a:t>ordinal data</a:t>
            </a:r>
            <a:r>
              <a:rPr lang="en-GB" dirty="0"/>
              <a:t>)</a:t>
            </a:r>
          </a:p>
          <a:p>
            <a:r>
              <a:rPr lang="en-GB" b="1" dirty="0"/>
              <a:t>Between-subjects</a:t>
            </a:r>
          </a:p>
          <a:p>
            <a:r>
              <a:rPr lang="en-GB" b="1" dirty="0"/>
              <a:t>Nonparametric</a:t>
            </a:r>
          </a:p>
          <a:p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100502891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219A4D-F597-0277-2BCF-E8ADDDF9FD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GB" sz="3400" b="1" dirty="0">
                <a:solidFill>
                  <a:srgbClr val="FFFFFF"/>
                </a:solidFill>
              </a:rPr>
              <a:t>Wilcoxon rank-sum test/ Mann–Whitney U test </a:t>
            </a:r>
          </a:p>
        </p:txBody>
      </p:sp>
      <p:sp>
        <p:nvSpPr>
          <p:cNvPr id="5" name="Content Placeholder 8">
            <a:extLst>
              <a:ext uri="{FF2B5EF4-FFF2-40B4-BE49-F238E27FC236}">
                <a16:creationId xmlns:a16="http://schemas.microsoft.com/office/drawing/2014/main" id="{0FF0EF6F-F4B4-0307-0700-53BFB87851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7812" y="1622745"/>
            <a:ext cx="10515600" cy="3429000"/>
          </a:xfrm>
        </p:spPr>
        <p:txBody>
          <a:bodyPr/>
          <a:lstStyle/>
          <a:p>
            <a:pPr algn="l"/>
            <a:r>
              <a:rPr lang="en-GB" sz="2400" b="1" i="0" u="none" strike="noStrike" baseline="0" dirty="0">
                <a:latin typeface="ClassicalGaramondBT-Roman"/>
              </a:rPr>
              <a:t>Null hypothesis:</a:t>
            </a:r>
          </a:p>
          <a:p>
            <a:pPr algn="l"/>
            <a:r>
              <a:rPr lang="en-GB" sz="2000" b="0" i="0" u="none" strike="noStrike" baseline="0" dirty="0">
                <a:latin typeface="ClassicalGaramondBT-Roman"/>
              </a:rPr>
              <a:t>there’s no difference between the groups such that a similar number of high and low ranks in each group</a:t>
            </a:r>
          </a:p>
          <a:p>
            <a:pPr algn="l"/>
            <a:endParaRPr lang="en-GB" sz="1800" dirty="0">
              <a:latin typeface="ClassicalGaramondBT-Roman"/>
            </a:endParaRPr>
          </a:p>
          <a:p>
            <a:pPr algn="l"/>
            <a:endParaRPr lang="en-GB" sz="1800" b="0" i="0" u="none" strike="noStrike" baseline="0" dirty="0">
              <a:latin typeface="ClassicalGaramondBT-Roman"/>
            </a:endParaRPr>
          </a:p>
          <a:p>
            <a:r>
              <a:rPr lang="en-GB" sz="2400" b="1" dirty="0">
                <a:latin typeface="ClassicalGaramondBT-Roman"/>
              </a:rPr>
              <a:t>Alternative hypothesis:</a:t>
            </a:r>
          </a:p>
          <a:p>
            <a:pPr marL="0" indent="0" algn="l">
              <a:buNone/>
            </a:pPr>
            <a:r>
              <a:rPr lang="en-GB" sz="2000" dirty="0">
                <a:latin typeface="ClassicalGaramondBT-Roman"/>
              </a:rPr>
              <a:t>One group has a greater number of high ranks than the other. </a:t>
            </a:r>
          </a:p>
          <a:p>
            <a:pPr marL="0" indent="0" algn="l">
              <a:buNone/>
            </a:pPr>
            <a:endParaRPr lang="en-GB" sz="1800" dirty="0">
              <a:latin typeface="ClassicalGaramondBT-Roman"/>
            </a:endParaRPr>
          </a:p>
          <a:p>
            <a:pPr algn="l"/>
            <a:endParaRPr lang="en-GB" sz="1800" dirty="0"/>
          </a:p>
          <a:p>
            <a:pPr marL="0" indent="0" algn="l">
              <a:buNone/>
            </a:pPr>
            <a:endParaRPr lang="en-GB" sz="1800" b="0" i="0" u="none" strike="noStrike" baseline="0" dirty="0">
              <a:latin typeface="ClassicalGaramondBT-Roman"/>
            </a:endParaRPr>
          </a:p>
          <a:p>
            <a:pPr algn="l"/>
            <a:endParaRPr lang="en-GB" sz="1800" dirty="0">
              <a:latin typeface="ClassicalGaramondBT-Roman"/>
            </a:endParaRPr>
          </a:p>
          <a:p>
            <a:pPr marL="0" indent="0" algn="l">
              <a:buNone/>
            </a:pPr>
            <a:endParaRPr lang="en-GB" sz="1800" dirty="0">
              <a:latin typeface="ClassicalGaramondBT-Roman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F1D34AE-A49D-B44F-E967-5496D3F12361}"/>
              </a:ext>
            </a:extLst>
          </p:cNvPr>
          <p:cNvSpPr/>
          <p:nvPr/>
        </p:nvSpPr>
        <p:spPr>
          <a:xfrm>
            <a:off x="1185333" y="2870200"/>
            <a:ext cx="304800" cy="279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887CF9B-594A-3346-89FD-621450CA7F71}"/>
              </a:ext>
            </a:extLst>
          </p:cNvPr>
          <p:cNvSpPr/>
          <p:nvPr/>
        </p:nvSpPr>
        <p:spPr>
          <a:xfrm>
            <a:off x="1837266" y="2874433"/>
            <a:ext cx="304800" cy="279400"/>
          </a:xfrm>
          <a:prstGeom prst="ellips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B916A69-B9B0-BA84-6F42-AAC82D10C313}"/>
              </a:ext>
            </a:extLst>
          </p:cNvPr>
          <p:cNvSpPr/>
          <p:nvPr/>
        </p:nvSpPr>
        <p:spPr>
          <a:xfrm>
            <a:off x="2489199" y="2870200"/>
            <a:ext cx="304800" cy="279400"/>
          </a:xfrm>
          <a:prstGeom prst="ellips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6277573-3EB8-AE8C-6515-48CE0D55C49B}"/>
              </a:ext>
            </a:extLst>
          </p:cNvPr>
          <p:cNvSpPr/>
          <p:nvPr/>
        </p:nvSpPr>
        <p:spPr>
          <a:xfrm>
            <a:off x="3276599" y="2872317"/>
            <a:ext cx="304800" cy="279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1CF3042-C2F0-E0CA-DA20-625D04891CB7}"/>
              </a:ext>
            </a:extLst>
          </p:cNvPr>
          <p:cNvSpPr/>
          <p:nvPr/>
        </p:nvSpPr>
        <p:spPr>
          <a:xfrm>
            <a:off x="4063999" y="2870200"/>
            <a:ext cx="304800" cy="279400"/>
          </a:xfrm>
          <a:prstGeom prst="ellips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AC3FBFB-66CF-5552-66E8-D4BE50CBCD4E}"/>
              </a:ext>
            </a:extLst>
          </p:cNvPr>
          <p:cNvSpPr/>
          <p:nvPr/>
        </p:nvSpPr>
        <p:spPr>
          <a:xfrm>
            <a:off x="4855632" y="2870200"/>
            <a:ext cx="304800" cy="279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E0D1032C-EBD3-054C-D10F-D3F8E5B261F8}"/>
              </a:ext>
            </a:extLst>
          </p:cNvPr>
          <p:cNvSpPr/>
          <p:nvPr/>
        </p:nvSpPr>
        <p:spPr>
          <a:xfrm>
            <a:off x="5647265" y="2870200"/>
            <a:ext cx="304800" cy="279400"/>
          </a:xfrm>
          <a:prstGeom prst="ellips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C914E39-E0C9-2A89-A86E-4719024B4CCC}"/>
              </a:ext>
            </a:extLst>
          </p:cNvPr>
          <p:cNvSpPr/>
          <p:nvPr/>
        </p:nvSpPr>
        <p:spPr>
          <a:xfrm>
            <a:off x="6447364" y="2870200"/>
            <a:ext cx="304800" cy="279400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F855677E-46E5-6933-7D9F-1101DA6A75BA}"/>
              </a:ext>
            </a:extLst>
          </p:cNvPr>
          <p:cNvSpPr/>
          <p:nvPr/>
        </p:nvSpPr>
        <p:spPr>
          <a:xfrm>
            <a:off x="7217829" y="2870200"/>
            <a:ext cx="304800" cy="279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C983593F-B70D-7D59-38F6-E9A42F2F4529}"/>
              </a:ext>
            </a:extLst>
          </p:cNvPr>
          <p:cNvSpPr/>
          <p:nvPr/>
        </p:nvSpPr>
        <p:spPr>
          <a:xfrm>
            <a:off x="8047556" y="2870200"/>
            <a:ext cx="304800" cy="279400"/>
          </a:xfrm>
          <a:prstGeom prst="ellips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2ED8E886-3BE7-7A10-DFBD-04F2FB88D23B}"/>
              </a:ext>
            </a:extLst>
          </p:cNvPr>
          <p:cNvSpPr/>
          <p:nvPr/>
        </p:nvSpPr>
        <p:spPr>
          <a:xfrm>
            <a:off x="8775694" y="2870200"/>
            <a:ext cx="304800" cy="279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84B06F6C-EEE1-6023-6EBA-E9344055DA4B}"/>
              </a:ext>
            </a:extLst>
          </p:cNvPr>
          <p:cNvSpPr/>
          <p:nvPr/>
        </p:nvSpPr>
        <p:spPr>
          <a:xfrm>
            <a:off x="9404351" y="2870200"/>
            <a:ext cx="304800" cy="279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771A656B-11C7-DDAD-964A-FE1761FAFCA8}"/>
              </a:ext>
            </a:extLst>
          </p:cNvPr>
          <p:cNvSpPr/>
          <p:nvPr/>
        </p:nvSpPr>
        <p:spPr>
          <a:xfrm>
            <a:off x="10074275" y="2870200"/>
            <a:ext cx="304800" cy="279400"/>
          </a:xfrm>
          <a:prstGeom prst="ellips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8CA90051-5FA8-2848-ADDF-EE234194CE33}"/>
              </a:ext>
            </a:extLst>
          </p:cNvPr>
          <p:cNvSpPr/>
          <p:nvPr/>
        </p:nvSpPr>
        <p:spPr>
          <a:xfrm>
            <a:off x="10854267" y="2870200"/>
            <a:ext cx="304800" cy="279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51CC1207-0134-D620-F7FD-28A6D077E400}"/>
              </a:ext>
            </a:extLst>
          </p:cNvPr>
          <p:cNvSpPr/>
          <p:nvPr/>
        </p:nvSpPr>
        <p:spPr>
          <a:xfrm>
            <a:off x="1159933" y="4314296"/>
            <a:ext cx="304800" cy="279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9C1230C7-3B22-25A0-2557-4C559C01D0B2}"/>
              </a:ext>
            </a:extLst>
          </p:cNvPr>
          <p:cNvSpPr/>
          <p:nvPr/>
        </p:nvSpPr>
        <p:spPr>
          <a:xfrm>
            <a:off x="1811866" y="4318529"/>
            <a:ext cx="304800" cy="279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800E2AA0-47D5-5593-E5EC-4F9E551E33FD}"/>
              </a:ext>
            </a:extLst>
          </p:cNvPr>
          <p:cNvSpPr/>
          <p:nvPr/>
        </p:nvSpPr>
        <p:spPr>
          <a:xfrm>
            <a:off x="2463799" y="4314296"/>
            <a:ext cx="304800" cy="279400"/>
          </a:xfrm>
          <a:prstGeom prst="ellips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A25AF147-4019-B503-1AA5-B695BE936C8C}"/>
              </a:ext>
            </a:extLst>
          </p:cNvPr>
          <p:cNvSpPr/>
          <p:nvPr/>
        </p:nvSpPr>
        <p:spPr>
          <a:xfrm>
            <a:off x="3251199" y="4316413"/>
            <a:ext cx="304800" cy="279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A4EC6473-0EBB-64EC-64F8-FB9B5486E142}"/>
              </a:ext>
            </a:extLst>
          </p:cNvPr>
          <p:cNvSpPr/>
          <p:nvPr/>
        </p:nvSpPr>
        <p:spPr>
          <a:xfrm>
            <a:off x="4038599" y="4314296"/>
            <a:ext cx="304800" cy="279400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977416BC-C15B-158E-69C6-9DE7BCA4932E}"/>
              </a:ext>
            </a:extLst>
          </p:cNvPr>
          <p:cNvSpPr/>
          <p:nvPr/>
        </p:nvSpPr>
        <p:spPr>
          <a:xfrm>
            <a:off x="4830232" y="4314296"/>
            <a:ext cx="304800" cy="279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293D3E17-87E2-91BD-14F4-16471543BF59}"/>
              </a:ext>
            </a:extLst>
          </p:cNvPr>
          <p:cNvSpPr/>
          <p:nvPr/>
        </p:nvSpPr>
        <p:spPr>
          <a:xfrm>
            <a:off x="5621865" y="4314296"/>
            <a:ext cx="304800" cy="279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A0ABF7A8-7747-3046-9D79-1FDEAD304C39}"/>
              </a:ext>
            </a:extLst>
          </p:cNvPr>
          <p:cNvSpPr/>
          <p:nvPr/>
        </p:nvSpPr>
        <p:spPr>
          <a:xfrm>
            <a:off x="6421964" y="4314296"/>
            <a:ext cx="304800" cy="279400"/>
          </a:xfrm>
          <a:prstGeom prst="ellips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A8249B40-0379-5843-E3E5-B2DEF5F799EB}"/>
              </a:ext>
            </a:extLst>
          </p:cNvPr>
          <p:cNvSpPr/>
          <p:nvPr/>
        </p:nvSpPr>
        <p:spPr>
          <a:xfrm>
            <a:off x="7192429" y="4314296"/>
            <a:ext cx="304800" cy="279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359ED4FF-99B1-17A0-E11B-403679ACEF5E}"/>
              </a:ext>
            </a:extLst>
          </p:cNvPr>
          <p:cNvSpPr/>
          <p:nvPr/>
        </p:nvSpPr>
        <p:spPr>
          <a:xfrm>
            <a:off x="8022156" y="4314296"/>
            <a:ext cx="304800" cy="279400"/>
          </a:xfrm>
          <a:prstGeom prst="ellips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490FCA83-B36F-7215-9B27-297016CA068A}"/>
              </a:ext>
            </a:extLst>
          </p:cNvPr>
          <p:cNvSpPr/>
          <p:nvPr/>
        </p:nvSpPr>
        <p:spPr>
          <a:xfrm>
            <a:off x="8750294" y="4314296"/>
            <a:ext cx="304800" cy="279400"/>
          </a:xfrm>
          <a:prstGeom prst="ellips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2E5A05E6-35DA-2F87-15AC-2E378B60C1D2}"/>
              </a:ext>
            </a:extLst>
          </p:cNvPr>
          <p:cNvSpPr/>
          <p:nvPr/>
        </p:nvSpPr>
        <p:spPr>
          <a:xfrm>
            <a:off x="9378951" y="4314296"/>
            <a:ext cx="304800" cy="279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D5B06C34-828D-16F9-03BE-84E5B06FEBCF}"/>
              </a:ext>
            </a:extLst>
          </p:cNvPr>
          <p:cNvSpPr/>
          <p:nvPr/>
        </p:nvSpPr>
        <p:spPr>
          <a:xfrm>
            <a:off x="10048875" y="4314296"/>
            <a:ext cx="304800" cy="279400"/>
          </a:xfrm>
          <a:prstGeom prst="ellips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CC8FB0AB-F242-D2E8-B264-D6B3344879B9}"/>
              </a:ext>
            </a:extLst>
          </p:cNvPr>
          <p:cNvSpPr/>
          <p:nvPr/>
        </p:nvSpPr>
        <p:spPr>
          <a:xfrm>
            <a:off x="10828867" y="4314296"/>
            <a:ext cx="304800" cy="279400"/>
          </a:xfrm>
          <a:prstGeom prst="ellips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C07C6F-4264-0EE7-563C-1671BF7FE2E5}"/>
              </a:ext>
            </a:extLst>
          </p:cNvPr>
          <p:cNvSpPr txBox="1"/>
          <p:nvPr/>
        </p:nvSpPr>
        <p:spPr>
          <a:xfrm>
            <a:off x="1054867" y="5874930"/>
            <a:ext cx="8705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Low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7C62A1-379D-0393-50EA-DA1B5D83DC9B}"/>
              </a:ext>
            </a:extLst>
          </p:cNvPr>
          <p:cNvSpPr txBox="1"/>
          <p:nvPr/>
        </p:nvSpPr>
        <p:spPr>
          <a:xfrm>
            <a:off x="10263136" y="5950303"/>
            <a:ext cx="8705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High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0EDE8E9B-78C5-7F8E-29F4-A5669D2A6A21}"/>
              </a:ext>
            </a:extLst>
          </p:cNvPr>
          <p:cNvSpPr/>
          <p:nvPr/>
        </p:nvSpPr>
        <p:spPr>
          <a:xfrm>
            <a:off x="2469089" y="5950303"/>
            <a:ext cx="6915152" cy="38629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5215875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lowchart: Document 20">
            <a:extLst>
              <a:ext uri="{FF2B5EF4-FFF2-40B4-BE49-F238E27FC236}">
                <a16:creationId xmlns:a16="http://schemas.microsoft.com/office/drawing/2014/main" id="{D12DDE76-C203-4047-9998-63900085B5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8175" y="0"/>
            <a:ext cx="3248025" cy="3400426"/>
          </a:xfrm>
          <a:prstGeom prst="flowChartDocument">
            <a:avLst/>
          </a:prstGeom>
          <a:solidFill>
            <a:srgbClr val="2327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484CDB-4A50-E24C-9A95-75B868C52B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1162"/>
            <a:ext cx="2840182" cy="237114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Rank</a:t>
            </a:r>
            <a:br>
              <a:rPr lang="en-US" sz="32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32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Sum Rank</a:t>
            </a:r>
            <a:br>
              <a:rPr lang="en-US" sz="32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32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Mean Rank </a:t>
            </a:r>
          </a:p>
        </p:txBody>
      </p:sp>
      <p:pic>
        <p:nvPicPr>
          <p:cNvPr id="5" name="Content Placeholder 4" descr="A screenshot of a test&#10;&#10;Description automatically generated">
            <a:extLst>
              <a:ext uri="{FF2B5EF4-FFF2-40B4-BE49-F238E27FC236}">
                <a16:creationId xmlns:a16="http://schemas.microsoft.com/office/drawing/2014/main" id="{0617EC0A-9C1A-39FC-4334-C0B763CC0E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07933" y="729268"/>
            <a:ext cx="7347537" cy="540043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7101B94-10B8-C174-7E57-EC02C4CFD668}"/>
              </a:ext>
            </a:extLst>
          </p:cNvPr>
          <p:cNvSpPr txBox="1"/>
          <p:nvPr/>
        </p:nvSpPr>
        <p:spPr>
          <a:xfrm>
            <a:off x="8455500" y="88024"/>
            <a:ext cx="3736500" cy="646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b="1" dirty="0"/>
              <a:t>(1+2+3+4+5+6+7+8+9+10+11+12)/12</a:t>
            </a:r>
          </a:p>
          <a:p>
            <a:r>
              <a:rPr lang="en-GB" b="1" dirty="0"/>
              <a:t>= 6.5</a:t>
            </a:r>
          </a:p>
        </p:txBody>
      </p:sp>
      <p:sp>
        <p:nvSpPr>
          <p:cNvPr id="7" name="Arrow: Down 6">
            <a:extLst>
              <a:ext uri="{FF2B5EF4-FFF2-40B4-BE49-F238E27FC236}">
                <a16:creationId xmlns:a16="http://schemas.microsoft.com/office/drawing/2014/main" id="{127512D9-D98A-FCB6-3094-715E66F31CE8}"/>
              </a:ext>
            </a:extLst>
          </p:cNvPr>
          <p:cNvSpPr/>
          <p:nvPr/>
        </p:nvSpPr>
        <p:spPr>
          <a:xfrm>
            <a:off x="11010900" y="609600"/>
            <a:ext cx="342900" cy="30480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730380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5C95EB-D290-0008-037A-85FEB68C9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en-GB" sz="4000" dirty="0">
                <a:solidFill>
                  <a:srgbClr val="FFFFFF"/>
                </a:solidFill>
              </a:rPr>
              <a:t>Data file for JASP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378D87-9A80-AA3F-2475-419A71F6F9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78082" y="586855"/>
            <a:ext cx="6413153" cy="554604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b="1" dirty="0">
                <a:solidFill>
                  <a:srgbClr val="000000"/>
                </a:solidFill>
                <a:latin typeface="Calibri" panose="020F0502020204030204" pitchFamily="34" charset="0"/>
              </a:rPr>
              <a:t>.csv </a:t>
            </a:r>
            <a:r>
              <a:rPr lang="en-GB" dirty="0">
                <a:solidFill>
                  <a:srgbClr val="000000"/>
                </a:solidFill>
                <a:latin typeface="Calibri" panose="020F0502020204030204" pitchFamily="34" charset="0"/>
              </a:rPr>
              <a:t>(comma</a:t>
            </a:r>
            <a:r>
              <a:rPr lang="en-GB" b="1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en-GB" dirty="0">
                <a:solidFill>
                  <a:srgbClr val="000000"/>
                </a:solidFill>
                <a:latin typeface="Calibri" panose="020F0502020204030204" pitchFamily="34" charset="0"/>
              </a:rPr>
              <a:t>sep</a:t>
            </a:r>
            <a:r>
              <a:rPr lang="en-GB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arated</a:t>
            </a:r>
            <a:r>
              <a:rPr lang="en-GB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 values)</a:t>
            </a:r>
          </a:p>
          <a:p>
            <a:pPr marL="0" indent="0">
              <a:buNone/>
            </a:pPr>
            <a:r>
              <a:rPr lang="nn-NO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.</a:t>
            </a:r>
            <a:r>
              <a:rPr lang="nn-NO" b="1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sav </a:t>
            </a:r>
            <a:r>
              <a:rPr lang="nn-NO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(IBM SPSS data file) </a:t>
            </a:r>
          </a:p>
          <a:p>
            <a:pPr marL="0" indent="0">
              <a:buNone/>
            </a:pPr>
            <a:r>
              <a:rPr lang="en-GB" b="1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.txt </a:t>
            </a:r>
            <a:r>
              <a:rPr lang="en-GB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(plain text)</a:t>
            </a:r>
          </a:p>
          <a:p>
            <a:pPr marL="0" indent="0">
              <a:buNone/>
            </a:pPr>
            <a:r>
              <a:rPr lang="en-GB" b="1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.</a:t>
            </a:r>
            <a:r>
              <a:rPr lang="en-GB" b="1" i="0" u="none" strike="noStrike" baseline="0" dirty="0" err="1">
                <a:solidFill>
                  <a:srgbClr val="000000"/>
                </a:solidFill>
                <a:latin typeface="Calibri" panose="020F0502020204030204" pitchFamily="34" charset="0"/>
              </a:rPr>
              <a:t>tsv</a:t>
            </a:r>
            <a:r>
              <a:rPr lang="en-GB" b="1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en-GB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(tab-separated values)</a:t>
            </a:r>
          </a:p>
          <a:p>
            <a:pPr marL="0" indent="0">
              <a:buNone/>
            </a:pPr>
            <a:r>
              <a:rPr lang="en-GB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.</a:t>
            </a:r>
            <a:r>
              <a:rPr lang="en-GB" b="1" i="0" u="none" strike="noStrike" baseline="0" dirty="0" err="1">
                <a:solidFill>
                  <a:srgbClr val="000000"/>
                </a:solidFill>
                <a:latin typeface="Calibri" panose="020F0502020204030204" pitchFamily="34" charset="0"/>
              </a:rPr>
              <a:t>ods</a:t>
            </a:r>
            <a:r>
              <a:rPr lang="en-GB" b="1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en-GB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(Open Document spreadsheet) </a:t>
            </a:r>
          </a:p>
          <a:p>
            <a:endParaRPr lang="en-GB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0" indent="0">
              <a:buNone/>
            </a:pPr>
            <a:r>
              <a:rPr lang="en-GB" sz="4000" b="1" i="1" u="none" strike="noStrike" baseline="0" dirty="0">
                <a:solidFill>
                  <a:srgbClr val="FF0000"/>
                </a:solidFill>
                <a:latin typeface="Calibri" panose="020F0502020204030204" pitchFamily="34" charset="0"/>
              </a:rPr>
              <a:t>Important </a:t>
            </a:r>
          </a:p>
          <a:p>
            <a:pPr marL="0" indent="0">
              <a:buNone/>
            </a:pPr>
            <a:r>
              <a:rPr lang="en-GB" dirty="0"/>
              <a:t>When you save your Excel file into a csv, all the formatting/function are gone, and only the sheet you are on when saving is done. CSV does not have multiple sheets.</a:t>
            </a:r>
          </a:p>
        </p:txBody>
      </p:sp>
      <p:sp>
        <p:nvSpPr>
          <p:cNvPr id="6" name="Graphic 4" descr="Warning with solid fill">
            <a:extLst>
              <a:ext uri="{FF2B5EF4-FFF2-40B4-BE49-F238E27FC236}">
                <a16:creationId xmlns:a16="http://schemas.microsoft.com/office/drawing/2014/main" id="{EFA99613-5D1E-0FBB-B011-6CF7D523A6B4}"/>
              </a:ext>
            </a:extLst>
          </p:cNvPr>
          <p:cNvSpPr/>
          <p:nvPr/>
        </p:nvSpPr>
        <p:spPr>
          <a:xfrm>
            <a:off x="7973432" y="3695296"/>
            <a:ext cx="821491" cy="724138"/>
          </a:xfrm>
          <a:custGeom>
            <a:avLst/>
            <a:gdLst>
              <a:gd name="connsiteX0" fmla="*/ 816511 w 821491"/>
              <a:gd name="connsiteY0" fmla="*/ 666988 h 724138"/>
              <a:gd name="connsiteX1" fmla="*/ 444083 w 821491"/>
              <a:gd name="connsiteY1" fmla="*/ 19288 h 724138"/>
              <a:gd name="connsiteX2" fmla="*/ 378361 w 821491"/>
              <a:gd name="connsiteY2" fmla="*/ 19288 h 724138"/>
              <a:gd name="connsiteX3" fmla="*/ 4981 w 821491"/>
              <a:gd name="connsiteY3" fmla="*/ 666988 h 724138"/>
              <a:gd name="connsiteX4" fmla="*/ 38318 w 821491"/>
              <a:gd name="connsiteY4" fmla="*/ 724138 h 724138"/>
              <a:gd name="connsiteX5" fmla="*/ 410746 w 821491"/>
              <a:gd name="connsiteY5" fmla="*/ 724138 h 724138"/>
              <a:gd name="connsiteX6" fmla="*/ 783173 w 821491"/>
              <a:gd name="connsiteY6" fmla="*/ 724138 h 724138"/>
              <a:gd name="connsiteX7" fmla="*/ 816511 w 821491"/>
              <a:gd name="connsiteY7" fmla="*/ 666988 h 724138"/>
              <a:gd name="connsiteX8" fmla="*/ 382171 w 821491"/>
              <a:gd name="connsiteY8" fmla="*/ 171688 h 724138"/>
              <a:gd name="connsiteX9" fmla="*/ 439321 w 821491"/>
              <a:gd name="connsiteY9" fmla="*/ 171688 h 724138"/>
              <a:gd name="connsiteX10" fmla="*/ 439321 w 821491"/>
              <a:gd name="connsiteY10" fmla="*/ 505063 h 724138"/>
              <a:gd name="connsiteX11" fmla="*/ 382171 w 821491"/>
              <a:gd name="connsiteY11" fmla="*/ 505063 h 724138"/>
              <a:gd name="connsiteX12" fmla="*/ 382171 w 821491"/>
              <a:gd name="connsiteY12" fmla="*/ 171688 h 724138"/>
              <a:gd name="connsiteX13" fmla="*/ 410746 w 821491"/>
              <a:gd name="connsiteY13" fmla="*/ 638413 h 724138"/>
              <a:gd name="connsiteX14" fmla="*/ 363121 w 821491"/>
              <a:gd name="connsiteY14" fmla="*/ 590788 h 724138"/>
              <a:gd name="connsiteX15" fmla="*/ 410746 w 821491"/>
              <a:gd name="connsiteY15" fmla="*/ 543163 h 724138"/>
              <a:gd name="connsiteX16" fmla="*/ 458371 w 821491"/>
              <a:gd name="connsiteY16" fmla="*/ 590788 h 724138"/>
              <a:gd name="connsiteX17" fmla="*/ 410746 w 821491"/>
              <a:gd name="connsiteY17" fmla="*/ 638413 h 724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821491" h="724138">
                <a:moveTo>
                  <a:pt x="816511" y="666988"/>
                </a:moveTo>
                <a:lnTo>
                  <a:pt x="444083" y="19288"/>
                </a:lnTo>
                <a:cubicBezTo>
                  <a:pt x="429796" y="-6429"/>
                  <a:pt x="392648" y="-6429"/>
                  <a:pt x="378361" y="19288"/>
                </a:cubicBezTo>
                <a:lnTo>
                  <a:pt x="4981" y="666988"/>
                </a:lnTo>
                <a:cubicBezTo>
                  <a:pt x="-9307" y="692706"/>
                  <a:pt x="8791" y="724138"/>
                  <a:pt x="38318" y="724138"/>
                </a:cubicBezTo>
                <a:lnTo>
                  <a:pt x="410746" y="724138"/>
                </a:lnTo>
                <a:lnTo>
                  <a:pt x="783173" y="724138"/>
                </a:lnTo>
                <a:cubicBezTo>
                  <a:pt x="812701" y="724138"/>
                  <a:pt x="830798" y="692706"/>
                  <a:pt x="816511" y="666988"/>
                </a:cubicBezTo>
                <a:close/>
                <a:moveTo>
                  <a:pt x="382171" y="171688"/>
                </a:moveTo>
                <a:lnTo>
                  <a:pt x="439321" y="171688"/>
                </a:lnTo>
                <a:lnTo>
                  <a:pt x="439321" y="505063"/>
                </a:lnTo>
                <a:lnTo>
                  <a:pt x="382171" y="505063"/>
                </a:lnTo>
                <a:lnTo>
                  <a:pt x="382171" y="171688"/>
                </a:lnTo>
                <a:close/>
                <a:moveTo>
                  <a:pt x="410746" y="638413"/>
                </a:moveTo>
                <a:cubicBezTo>
                  <a:pt x="384076" y="638413"/>
                  <a:pt x="363121" y="617458"/>
                  <a:pt x="363121" y="590788"/>
                </a:cubicBezTo>
                <a:cubicBezTo>
                  <a:pt x="363121" y="564118"/>
                  <a:pt x="384076" y="543163"/>
                  <a:pt x="410746" y="543163"/>
                </a:cubicBezTo>
                <a:cubicBezTo>
                  <a:pt x="437416" y="543163"/>
                  <a:pt x="458371" y="564118"/>
                  <a:pt x="458371" y="590788"/>
                </a:cubicBezTo>
                <a:cubicBezTo>
                  <a:pt x="458371" y="617458"/>
                  <a:pt x="437416" y="638413"/>
                  <a:pt x="410746" y="638413"/>
                </a:cubicBezTo>
                <a:close/>
              </a:path>
            </a:pathLst>
          </a:custGeom>
          <a:solidFill>
            <a:srgbClr val="FF00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660955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5C95EB-D290-0008-037A-85FEB68C9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70" y="663992"/>
            <a:ext cx="4709762" cy="3387497"/>
          </a:xfrm>
        </p:spPr>
        <p:txBody>
          <a:bodyPr anchor="b">
            <a:normAutofit/>
          </a:bodyPr>
          <a:lstStyle/>
          <a:p>
            <a:pPr algn="r"/>
            <a:r>
              <a:rPr lang="en-GB" sz="4000" dirty="0">
                <a:solidFill>
                  <a:srgbClr val="FFFFFF"/>
                </a:solidFill>
              </a:rPr>
              <a:t>Data format for Mann-Whitney U test in JASP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378D87-9A80-AA3F-2475-419A71F6F9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98807" y="-747279"/>
            <a:ext cx="6413153" cy="5546047"/>
          </a:xfrm>
        </p:spPr>
        <p:txBody>
          <a:bodyPr anchor="ctr">
            <a:normAutofit/>
          </a:bodyPr>
          <a:lstStyle/>
          <a:p>
            <a:r>
              <a:rPr lang="en-GB" dirty="0"/>
              <a:t>Each participant in one row</a:t>
            </a:r>
          </a:p>
          <a:p>
            <a:r>
              <a:rPr lang="en-GB" dirty="0"/>
              <a:t>One column indicates the group the participant is in </a:t>
            </a:r>
          </a:p>
          <a:p>
            <a:r>
              <a:rPr lang="en-GB" dirty="0"/>
              <a:t>One column for the dependent variable/outcome measure</a:t>
            </a:r>
          </a:p>
          <a:p>
            <a:endParaRPr lang="en-GB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C97C9C9-7B9A-6351-F702-5B4F004CFBE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-2961" b="47357"/>
          <a:stretch/>
        </p:blipFill>
        <p:spPr>
          <a:xfrm>
            <a:off x="6164362" y="3287648"/>
            <a:ext cx="5599845" cy="3068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388614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484CDB-4A50-E24C-9A95-75B868C52B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4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Demonstration on JASP</a:t>
            </a:r>
            <a:br>
              <a:rPr lang="en-US" sz="34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34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(Settings)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762D729-9EC1-A91A-B2D3-BDE1AB5173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87191" y="467208"/>
            <a:ext cx="6456222" cy="592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04152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484CDB-4A50-E24C-9A95-75B868C52B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4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Demonstration on JASP</a:t>
            </a:r>
            <a:br>
              <a:rPr lang="en-US" sz="34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34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(Results)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CF39205-4F7B-FF43-43F8-C52D3C3EC5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2428" y="1613531"/>
            <a:ext cx="7225748" cy="3630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868694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1" name="Rectangle 60">
            <a:extLst>
              <a:ext uri="{FF2B5EF4-FFF2-40B4-BE49-F238E27FC236}">
                <a16:creationId xmlns:a16="http://schemas.microsoft.com/office/drawing/2014/main" id="{979E27D9-03C7-44E2-9FF8-15D0C8506A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09AF2B-31FC-94AF-2568-4EB5E73C80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502021"/>
            <a:ext cx="4959603" cy="1642969"/>
          </a:xfrm>
        </p:spPr>
        <p:txBody>
          <a:bodyPr anchor="b">
            <a:normAutofit/>
          </a:bodyPr>
          <a:lstStyle/>
          <a:p>
            <a:r>
              <a:rPr lang="en-GB" sz="4000"/>
              <a:t>Reporting the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C04D43-ED1E-1236-7E91-F8974E0636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6397" y="2418408"/>
            <a:ext cx="4959603" cy="3522569"/>
          </a:xfrm>
        </p:spPr>
        <p:txBody>
          <a:bodyPr anchor="t">
            <a:normAutofit/>
          </a:bodyPr>
          <a:lstStyle/>
          <a:p>
            <a:r>
              <a:rPr lang="en-GB" sz="2000" dirty="0"/>
              <a:t>A Mann-Whitney U test shows a significant difference between group A (median = X) and B (median = X) in their rating of Q1, U =</a:t>
            </a:r>
            <a:r>
              <a:rPr lang="en-GB" sz="2000" b="0" i="0" u="none" strike="noStrike" dirty="0">
                <a:effectLst/>
                <a:latin typeface="Calibri" panose="020F0502020204030204" pitchFamily="34" charset="0"/>
              </a:rPr>
              <a:t>1727.500, </a:t>
            </a:r>
            <a:r>
              <a:rPr lang="en-GB" sz="2000" b="0" i="1" u="none" strike="noStrike" dirty="0">
                <a:effectLst/>
                <a:latin typeface="Calibri" panose="020F0502020204030204" pitchFamily="34" charset="0"/>
              </a:rPr>
              <a:t>p </a:t>
            </a:r>
            <a:r>
              <a:rPr lang="en-GB" sz="2000" b="0" i="0" u="none" strike="noStrike" dirty="0">
                <a:effectLst/>
                <a:latin typeface="Calibri" panose="020F0502020204030204" pitchFamily="34" charset="0"/>
              </a:rPr>
              <a:t>= 0.030, with more participants in group B rate toward agree and strongly agree. </a:t>
            </a:r>
            <a:endParaRPr lang="en-GB" sz="2000" dirty="0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EEBF1590-3B36-48EE-A89D-3B6F3CB25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AC8F6C8C-AB5A-4548-942D-E3FD40ACB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2FD9516D-CCD3-FE0E-9270-8B233C457B1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00816757"/>
              </p:ext>
            </p:extLst>
          </p:nvPr>
        </p:nvGraphicFramePr>
        <p:xfrm>
          <a:off x="6512442" y="489118"/>
          <a:ext cx="5201023" cy="546600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56470285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282AB0-60E1-BAE0-0D14-225763FB4D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Descriptive Statistics in JASP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B3E3CD7-858A-0249-DE0C-02B37F4BF9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63900" y="809243"/>
            <a:ext cx="8873070" cy="4791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097039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BCA094-7500-3B64-18FF-92FEF2D74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en-GB" sz="4000" dirty="0">
                <a:solidFill>
                  <a:srgbClr val="FFFFFF"/>
                </a:solidFill>
              </a:rPr>
              <a:t>Practice + Break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5D3B38-38F4-97E8-6B7D-1B18D0FE80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anchor="ctr">
            <a:normAutofit/>
          </a:bodyPr>
          <a:lstStyle/>
          <a:p>
            <a:r>
              <a:rPr lang="en-GB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Try replicate the analysis of Q1</a:t>
            </a:r>
          </a:p>
          <a:p>
            <a:r>
              <a:rPr lang="en-GB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Q2 I feel anxious about group activities</a:t>
            </a:r>
          </a:p>
          <a:p>
            <a:pPr lvl="1"/>
            <a:r>
              <a:rPr lang="en-GB" b="1" dirty="0">
                <a:solidFill>
                  <a:srgbClr val="000000"/>
                </a:solidFill>
                <a:latin typeface="Calibri" panose="020F0502020204030204" pitchFamily="34" charset="0"/>
              </a:rPr>
              <a:t>Recode in the software</a:t>
            </a:r>
          </a:p>
          <a:p>
            <a:pPr lvl="1"/>
            <a:r>
              <a:rPr lang="en-GB" b="1" dirty="0">
                <a:solidFill>
                  <a:srgbClr val="000000"/>
                </a:solidFill>
                <a:latin typeface="Calibri" panose="020F0502020204030204" pitchFamily="34" charset="0"/>
              </a:rPr>
              <a:t>Then run the analysis</a:t>
            </a:r>
            <a:r>
              <a:rPr lang="en-GB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3248300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6EF4EE-EF8A-AFCB-6887-29AD5823B9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GB" sz="4000" dirty="0">
                <a:solidFill>
                  <a:srgbClr val="FFFFFF"/>
                </a:solidFill>
              </a:rPr>
              <a:t>Solutions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437830E-7D01-948D-8CA3-55051584C7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9367" y="649479"/>
            <a:ext cx="6926512" cy="5662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515136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F19B38-8DDF-0BF4-A806-BC0D99931F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Results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B736472-A2AD-C6C9-878F-87A45E14BB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0812" y="1366086"/>
            <a:ext cx="8040895" cy="3759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586755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5989585-9901-AC64-71C1-99CB68823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GB" sz="3400">
                <a:solidFill>
                  <a:srgbClr val="FFFFFF"/>
                </a:solidFill>
              </a:rPr>
              <a:t>Comparing participants’ response on one Likert-type item before and after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A2B1AB-FDDD-B803-A161-2FE0F6154F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 fontScale="92500" lnSpcReduction="10000"/>
          </a:bodyPr>
          <a:lstStyle/>
          <a:p>
            <a:r>
              <a:rPr lang="en-GB" b="1" dirty="0"/>
              <a:t>Q1 My overall speaking ability in TL is…</a:t>
            </a:r>
          </a:p>
          <a:p>
            <a:r>
              <a:rPr lang="en-GB" dirty="0"/>
              <a:t>62 participants went through some learning</a:t>
            </a:r>
          </a:p>
          <a:p>
            <a:r>
              <a:rPr lang="en-GB" dirty="0"/>
              <a:t>Asked to rate this question before and after</a:t>
            </a:r>
          </a:p>
          <a:p>
            <a:endParaRPr lang="en-GB" dirty="0"/>
          </a:p>
          <a:p>
            <a:r>
              <a:rPr lang="en-GB" dirty="0"/>
              <a:t>Independent variable (what we ‘manipulate’): </a:t>
            </a:r>
          </a:p>
          <a:p>
            <a:r>
              <a:rPr lang="en-GB" dirty="0"/>
              <a:t>Dependent variable (what we measure): </a:t>
            </a:r>
          </a:p>
          <a:p>
            <a:r>
              <a:rPr lang="en-GB" dirty="0"/>
              <a:t>Between-subjects or Within-subjects?</a:t>
            </a:r>
          </a:p>
          <a:p>
            <a:r>
              <a:rPr lang="en-GB" dirty="0"/>
              <a:t>Nonparametric or parametric?</a:t>
            </a:r>
          </a:p>
          <a:p>
            <a:endParaRPr lang="en-GB" sz="2000" dirty="0"/>
          </a:p>
          <a:p>
            <a:endParaRPr lang="en-GB" sz="2000" dirty="0"/>
          </a:p>
          <a:p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292981649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5989585-9901-AC64-71C1-99CB68823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GB" sz="3400">
                <a:solidFill>
                  <a:srgbClr val="FFFFFF"/>
                </a:solidFill>
              </a:rPr>
              <a:t>Comparing participants’ response on one Likert-type item before and after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A2B1AB-FDDD-B803-A161-2FE0F6154F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67077"/>
            <a:ext cx="9724031" cy="4785461"/>
          </a:xfrm>
        </p:spPr>
        <p:txBody>
          <a:bodyPr anchor="ctr">
            <a:noAutofit/>
          </a:bodyPr>
          <a:lstStyle/>
          <a:p>
            <a:r>
              <a:rPr lang="en-GB" dirty="0"/>
              <a:t>Q1 My overall speaking ability in TL is…</a:t>
            </a:r>
          </a:p>
          <a:p>
            <a:r>
              <a:rPr lang="en-GB" dirty="0"/>
              <a:t>62 participants went through some learning</a:t>
            </a:r>
          </a:p>
          <a:p>
            <a:r>
              <a:rPr lang="en-GB" dirty="0"/>
              <a:t>Asked to rate this question before and after</a:t>
            </a:r>
          </a:p>
          <a:p>
            <a:endParaRPr lang="en-GB" dirty="0"/>
          </a:p>
          <a:p>
            <a:r>
              <a:rPr lang="en-GB" dirty="0"/>
              <a:t>Independent variable (what we ‘manipulate’): </a:t>
            </a:r>
            <a:r>
              <a:rPr lang="en-GB" b="1" dirty="0"/>
              <a:t>Condition</a:t>
            </a:r>
            <a:r>
              <a:rPr lang="en-GB" dirty="0"/>
              <a:t> (categorical data)</a:t>
            </a:r>
          </a:p>
          <a:p>
            <a:r>
              <a:rPr lang="en-GB" dirty="0"/>
              <a:t>Dependent variable (what we measure): </a:t>
            </a:r>
            <a:r>
              <a:rPr lang="en-GB" b="1" dirty="0"/>
              <a:t>the responses (ordinal data)</a:t>
            </a:r>
          </a:p>
          <a:p>
            <a:r>
              <a:rPr lang="en-GB" b="1" dirty="0"/>
              <a:t>Within-subjects</a:t>
            </a:r>
          </a:p>
          <a:p>
            <a:r>
              <a:rPr lang="en-GB" b="1" dirty="0"/>
              <a:t>Non-parametric</a:t>
            </a:r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5559962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F4FE22-C1B8-63F9-A039-D915732274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GB" sz="4000" b="1" i="0" u="none" strike="noStrike" baseline="0" dirty="0">
                <a:solidFill>
                  <a:schemeClr val="bg1"/>
                </a:solidFill>
                <a:latin typeface="Swiss721BT-Bold"/>
              </a:rPr>
              <a:t>Wilcoxon sign-rank </a:t>
            </a:r>
            <a:endParaRPr lang="en-GB" sz="4000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90CB9-ED7B-131A-A2A6-E9CD2A4872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1891970"/>
            <a:ext cx="9724031" cy="441993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sz="2400" b="1" i="0" u="none" strike="noStrike" baseline="0" dirty="0">
                <a:latin typeface="ClassicalGaramondBT-Roman"/>
              </a:rPr>
              <a:t>Null hypothesis:</a:t>
            </a:r>
          </a:p>
          <a:p>
            <a:r>
              <a:rPr lang="en-GB" sz="2400" dirty="0"/>
              <a:t>There is no difference between the pre- and post- rating by individual, i.e., 0 difference.</a:t>
            </a:r>
          </a:p>
          <a:p>
            <a:pPr marL="0" indent="0">
              <a:buNone/>
            </a:pPr>
            <a:r>
              <a:rPr lang="en-GB" sz="2400" b="1" dirty="0"/>
              <a:t>Alternative hypothesis:</a:t>
            </a:r>
          </a:p>
          <a:p>
            <a:r>
              <a:rPr lang="en-GB" sz="2400" dirty="0"/>
              <a:t>There is a change/improvement/reduction from pre to post rating</a:t>
            </a:r>
          </a:p>
          <a:p>
            <a:endParaRPr lang="en-GB" sz="2400" dirty="0"/>
          </a:p>
          <a:p>
            <a:pPr marL="0" indent="0">
              <a:buNone/>
            </a:pPr>
            <a:r>
              <a:rPr lang="en-GB" b="1" dirty="0"/>
              <a:t>Differences</a:t>
            </a:r>
            <a:r>
              <a:rPr lang="en-GB" dirty="0"/>
              <a:t> between scores/rank of the same subject in the two conditions</a:t>
            </a:r>
          </a:p>
        </p:txBody>
      </p:sp>
    </p:spTree>
    <p:extLst>
      <p:ext uri="{BB962C8B-B14F-4D97-AF65-F5344CB8AC3E}">
        <p14:creationId xmlns:p14="http://schemas.microsoft.com/office/powerpoint/2010/main" val="232834216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F4FE22-C1B8-63F9-A039-D915732274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GB" sz="4000" b="1" i="0" u="none" strike="noStrike" baseline="0" dirty="0">
                <a:solidFill>
                  <a:schemeClr val="bg1"/>
                </a:solidFill>
                <a:latin typeface="Swiss721BT-Bold"/>
              </a:rPr>
              <a:t>Wilcoxon sign-rank </a:t>
            </a:r>
            <a:endParaRPr lang="en-GB" sz="4000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90CB9-ED7B-131A-A2A6-E9CD2A4872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1891970"/>
            <a:ext cx="9724031" cy="441993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dirty="0"/>
              <a:t>We compare the number of cases where the post score is greater that the pre score than the number of cases where the pre score is greater than the post score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Find the difference (record positive/negative sign), then rank based on absolute value</a:t>
            </a:r>
          </a:p>
          <a:p>
            <a:r>
              <a:rPr lang="en-GB" dirty="0"/>
              <a:t>Sum the positive rank, negative rank</a:t>
            </a:r>
          </a:p>
        </p:txBody>
      </p:sp>
    </p:spTree>
    <p:extLst>
      <p:ext uri="{BB962C8B-B14F-4D97-AF65-F5344CB8AC3E}">
        <p14:creationId xmlns:p14="http://schemas.microsoft.com/office/powerpoint/2010/main" val="39484487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lowchart: Document 20">
            <a:extLst>
              <a:ext uri="{FF2B5EF4-FFF2-40B4-BE49-F238E27FC236}">
                <a16:creationId xmlns:a16="http://schemas.microsoft.com/office/drawing/2014/main" id="{D12DDE76-C203-4047-9998-63900085B5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8175" y="0"/>
            <a:ext cx="3248025" cy="3400426"/>
          </a:xfrm>
          <a:prstGeom prst="flowChartDocument">
            <a:avLst/>
          </a:prstGeom>
          <a:solidFill>
            <a:srgbClr val="2327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484CDB-4A50-E24C-9A95-75B868C52B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1162"/>
            <a:ext cx="2840182" cy="237114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Rank</a:t>
            </a:r>
            <a:br>
              <a:rPr lang="en-US" sz="32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32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Sum Rank</a:t>
            </a:r>
            <a:br>
              <a:rPr lang="en-US" sz="32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32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Mean Rank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1CADF4F-F6FB-0A57-802E-74F16BC778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8537" y="314326"/>
            <a:ext cx="5876925" cy="61722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9EC9D48-60EC-F589-0A76-8602834156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712" y="3760787"/>
            <a:ext cx="4829175" cy="1190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105299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484CDB-4A50-E24C-9A95-75B868C52B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3777" y="586855"/>
            <a:ext cx="5100223" cy="3387497"/>
          </a:xfrm>
        </p:spPr>
        <p:txBody>
          <a:bodyPr anchor="b">
            <a:normAutofit/>
          </a:bodyPr>
          <a:lstStyle/>
          <a:p>
            <a:pPr algn="r"/>
            <a:r>
              <a:rPr lang="en-GB" sz="4000" dirty="0">
                <a:solidFill>
                  <a:srgbClr val="FFFFFF"/>
                </a:solidFill>
              </a:rPr>
              <a:t>Data format for </a:t>
            </a:r>
            <a:r>
              <a:rPr lang="en-GB" sz="4000" i="0" u="none" strike="noStrike" baseline="0" dirty="0">
                <a:solidFill>
                  <a:schemeClr val="bg1"/>
                </a:solidFill>
                <a:latin typeface="Swiss721BT-Bold"/>
              </a:rPr>
              <a:t>Wilcoxon sign-rank test</a:t>
            </a:r>
            <a:r>
              <a:rPr lang="en-GB" sz="4000" dirty="0">
                <a:solidFill>
                  <a:srgbClr val="FFFFFF"/>
                </a:solidFill>
              </a:rPr>
              <a:t> in JASP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01FE03-FC6D-33C6-8962-D16B8A3E60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8347" y="340341"/>
            <a:ext cx="6602888" cy="1738120"/>
          </a:xfrm>
        </p:spPr>
        <p:txBody>
          <a:bodyPr anchor="ctr">
            <a:noAutofit/>
          </a:bodyPr>
          <a:lstStyle/>
          <a:p>
            <a:r>
              <a:rPr lang="en-GB" dirty="0"/>
              <a:t>Each participant in one row</a:t>
            </a:r>
          </a:p>
          <a:p>
            <a:r>
              <a:rPr lang="en-GB" dirty="0"/>
              <a:t>Pre-test/Condition A score in one column</a:t>
            </a:r>
          </a:p>
          <a:p>
            <a:r>
              <a:rPr lang="en-GB" dirty="0"/>
              <a:t>Post-test/Condition B score in another column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30C658-1080-96C8-E9BA-72507366EFF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301" b="38008"/>
          <a:stretch/>
        </p:blipFill>
        <p:spPr>
          <a:xfrm>
            <a:off x="6632366" y="2418802"/>
            <a:ext cx="4365834" cy="3613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49579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D06C77-BF19-55FC-D782-199D28A075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4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Demonstration on JASP</a:t>
            </a:r>
            <a:br>
              <a:rPr lang="en-US" sz="34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34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(Settings)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DB6BCFC-653A-1C85-48A1-35F469A9AB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2428" y="638055"/>
            <a:ext cx="7225748" cy="5581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812041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792EC7-FFF5-D968-E02D-D08D3CDEF5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4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Demonstration on JASP</a:t>
            </a:r>
            <a:br>
              <a:rPr lang="en-US" sz="34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34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(Results)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A359B08-7D44-1B68-B91F-1843FB3F6F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02428" y="1107728"/>
            <a:ext cx="7225748" cy="4642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451857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4CBB78C-21DC-8741-251D-42D8B6D1B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GB" sz="4000" dirty="0">
                <a:solidFill>
                  <a:srgbClr val="FFFFFF"/>
                </a:solidFill>
              </a:rPr>
              <a:t>Reporting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F1996B-EA26-8DCB-9247-3430B67B3C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en-GB" sz="2000" dirty="0"/>
              <a:t>A Wilcoxon signed rank test showed that there was a significant difference (W = 1111.000, z = 5.346, p&lt;0.001) between post intervention score (median = X) and pre intervention score (median = X) with more participants indicating more </a:t>
            </a:r>
            <a:r>
              <a:rPr lang="en-GB" sz="2000" dirty="0" err="1"/>
              <a:t>favouriably</a:t>
            </a:r>
            <a:r>
              <a:rPr lang="en-GB" sz="2000" dirty="0"/>
              <a:t> about their speaking ability in L  after the intervention. </a:t>
            </a:r>
          </a:p>
        </p:txBody>
      </p:sp>
    </p:spTree>
    <p:extLst>
      <p:ext uri="{BB962C8B-B14F-4D97-AF65-F5344CB8AC3E}">
        <p14:creationId xmlns:p14="http://schemas.microsoft.com/office/powerpoint/2010/main" val="284489918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2B585A-5B0B-EABD-43C7-C61D2AC83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GB" sz="4000">
                <a:solidFill>
                  <a:srgbClr val="FFFFFF"/>
                </a:solidFill>
              </a:rPr>
              <a:t>Recap</a:t>
            </a:r>
          </a:p>
        </p:txBody>
      </p:sp>
      <p:graphicFrame>
        <p:nvGraphicFramePr>
          <p:cNvPr id="25" name="Content Placeholder 2">
            <a:extLst>
              <a:ext uri="{FF2B5EF4-FFF2-40B4-BE49-F238E27FC236}">
                <a16:creationId xmlns:a16="http://schemas.microsoft.com/office/drawing/2014/main" id="{D247737F-8788-173C-3028-76F1C556F23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32147416"/>
              </p:ext>
            </p:extLst>
          </p:nvPr>
        </p:nvGraphicFramePr>
        <p:xfrm>
          <a:off x="1371599" y="2318197"/>
          <a:ext cx="9895951" cy="36833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608790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5089</TotalTime>
  <Words>2058</Words>
  <Application>Microsoft Office PowerPoint</Application>
  <PresentationFormat>Widescreen</PresentationFormat>
  <Paragraphs>425</Paragraphs>
  <Slides>52</Slides>
  <Notes>4</Notes>
  <HiddenSlides>1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61" baseType="lpstr">
      <vt:lpstr>ClassicalGaramondBT-Roman</vt:lpstr>
      <vt:lpstr>Google Sans</vt:lpstr>
      <vt:lpstr>Swiss721BT-Bold</vt:lpstr>
      <vt:lpstr>Arial</vt:lpstr>
      <vt:lpstr>Calibri</vt:lpstr>
      <vt:lpstr>Calibri Light</vt:lpstr>
      <vt:lpstr>Source Sans Pro</vt:lpstr>
      <vt:lpstr>Wingdings</vt:lpstr>
      <vt:lpstr>Office Theme</vt:lpstr>
      <vt:lpstr>Statistics workshop</vt:lpstr>
      <vt:lpstr>PowerPoint Presentation</vt:lpstr>
      <vt:lpstr>Overview</vt:lpstr>
      <vt:lpstr>Type of Variables</vt:lpstr>
      <vt:lpstr>Research Design</vt:lpstr>
      <vt:lpstr>Data</vt:lpstr>
      <vt:lpstr>Nominal</vt:lpstr>
      <vt:lpstr>PowerPoint Presentation</vt:lpstr>
      <vt:lpstr>Nominal</vt:lpstr>
      <vt:lpstr>Cross-tabulation of two/more  nominal variables</vt:lpstr>
      <vt:lpstr>Ordinal</vt:lpstr>
      <vt:lpstr>Ordinal</vt:lpstr>
      <vt:lpstr>Interval/Ratio - Scale</vt:lpstr>
      <vt:lpstr>PowerPoint Presentation</vt:lpstr>
      <vt:lpstr>Type of Variables/Data</vt:lpstr>
      <vt:lpstr>Likert-Scale vs Likert-type Item</vt:lpstr>
      <vt:lpstr>Likert-type item</vt:lpstr>
      <vt:lpstr>Likert Scale</vt:lpstr>
      <vt:lpstr>Likert-Scale</vt:lpstr>
      <vt:lpstr>Am I analysing Likert-type item or Likert-Scale?</vt:lpstr>
      <vt:lpstr>Data analysis</vt:lpstr>
      <vt:lpstr>General procedure</vt:lpstr>
      <vt:lpstr>Descriptive Analysis</vt:lpstr>
      <vt:lpstr>Descriptive Analysis</vt:lpstr>
      <vt:lpstr>Demonstrations </vt:lpstr>
      <vt:lpstr>Inferential statistics</vt:lpstr>
      <vt:lpstr>What statistical analysis to be conducted?</vt:lpstr>
      <vt:lpstr>What statistical analysis to be conducted?</vt:lpstr>
      <vt:lpstr>Non-parametric statistical analysis</vt:lpstr>
      <vt:lpstr>Comparing 2 groups on their response on one Likert-type item</vt:lpstr>
      <vt:lpstr>Comparing 2 groups on their response on one Likert-type item</vt:lpstr>
      <vt:lpstr>Wilcoxon rank-sum test/ Mann–Whitney U test </vt:lpstr>
      <vt:lpstr>Rank Sum Rank Mean Rank </vt:lpstr>
      <vt:lpstr>Data file for JASP</vt:lpstr>
      <vt:lpstr>Data format for Mann-Whitney U test in JASP</vt:lpstr>
      <vt:lpstr>Demonstration on JASP (Settings)</vt:lpstr>
      <vt:lpstr>Demonstration on JASP (Results)</vt:lpstr>
      <vt:lpstr>Reporting the results</vt:lpstr>
      <vt:lpstr>Descriptive Statistics in JASP</vt:lpstr>
      <vt:lpstr>Practice + Break</vt:lpstr>
      <vt:lpstr>Solutions</vt:lpstr>
      <vt:lpstr>Results</vt:lpstr>
      <vt:lpstr>Comparing participants’ response on one Likert-type item before and after</vt:lpstr>
      <vt:lpstr>Comparing participants’ response on one Likert-type item before and after</vt:lpstr>
      <vt:lpstr>Wilcoxon sign-rank </vt:lpstr>
      <vt:lpstr>Wilcoxon sign-rank </vt:lpstr>
      <vt:lpstr>Rank Sum Rank Mean Rank </vt:lpstr>
      <vt:lpstr>Data format for Wilcoxon sign-rank test in JASP</vt:lpstr>
      <vt:lpstr>Demonstration on JASP (Settings)</vt:lpstr>
      <vt:lpstr>Demonstration on JASP (Results)</vt:lpstr>
      <vt:lpstr>Reporting results</vt:lpstr>
      <vt:lpstr>Recap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Statistics workshop</dc:title>
  <dc:creator>Shi Min Chua</dc:creator>
  <cp:lastModifiedBy>Shi Min Chua</cp:lastModifiedBy>
  <cp:revision>46</cp:revision>
  <dcterms:created xsi:type="dcterms:W3CDTF">2024-11-24T14:59:55Z</dcterms:created>
  <dcterms:modified xsi:type="dcterms:W3CDTF">2024-12-11T10:52:17Z</dcterms:modified>
</cp:coreProperties>
</file>